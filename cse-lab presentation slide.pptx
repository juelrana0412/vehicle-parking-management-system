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23"/>
  </p:notesMasterIdLst>
  <p:sldIdLst>
    <p:sldId id="262" r:id="rId2"/>
    <p:sldId id="272" r:id="rId3"/>
    <p:sldId id="279" r:id="rId4"/>
    <p:sldId id="258" r:id="rId5"/>
    <p:sldId id="276" r:id="rId6"/>
    <p:sldId id="280" r:id="rId7"/>
    <p:sldId id="281" r:id="rId8"/>
    <p:sldId id="283" r:id="rId9"/>
    <p:sldId id="282" r:id="rId10"/>
    <p:sldId id="284" r:id="rId11"/>
    <p:sldId id="278" r:id="rId12"/>
    <p:sldId id="259" r:id="rId13"/>
    <p:sldId id="285" r:id="rId14"/>
    <p:sldId id="277" r:id="rId15"/>
    <p:sldId id="286" r:id="rId16"/>
    <p:sldId id="273" r:id="rId17"/>
    <p:sldId id="275" r:id="rId18"/>
    <p:sldId id="274" r:id="rId19"/>
    <p:sldId id="287" r:id="rId20"/>
    <p:sldId id="266" r:id="rId21"/>
    <p:sldId id="27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3A188"/>
    <a:srgbClr val="293242"/>
    <a:srgbClr val="9DA2AE"/>
    <a:srgbClr val="A6ABB6"/>
    <a:srgbClr val="916848"/>
    <a:srgbClr val="A4A3A1"/>
    <a:srgbClr val="FFFFFF"/>
    <a:srgbClr val="FDFDFD"/>
    <a:srgbClr val="8D6241"/>
    <a:srgbClr val="D2BF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5590" autoAdjust="0"/>
    <p:restoredTop sz="94660"/>
  </p:normalViewPr>
  <p:slideViewPr>
    <p:cSldViewPr snapToGrid="0" showGuides="1">
      <p:cViewPr varScale="1">
        <p:scale>
          <a:sx n="73" d="100"/>
          <a:sy n="73" d="100"/>
        </p:scale>
        <p:origin x="99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6A0CDC-7F89-4D71-B151-C6C185E036FF}" type="datetimeFigureOut">
              <a:rPr lang="en-US" smtClean="0"/>
              <a:t>1/1/2023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DD8D80-29CC-4232-878C-FF8458A8026F}" type="slidenum">
              <a:rPr lang="en-US" smtClean="0"/>
              <a:t>‹#›</a:t>
            </a:fld>
            <a:endParaRPr lang="en-US"/>
          </a:p>
        </p:txBody>
      </p:sp>
    </p:spTree>
    <p:extLst>
      <p:ext uri="{BB962C8B-B14F-4D97-AF65-F5344CB8AC3E}">
        <p14:creationId xmlns:p14="http://schemas.microsoft.com/office/powerpoint/2010/main" val="3985547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037F-88E4-B90A-D4A4-0BC643622C5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A52134-104B-0FF6-27B8-871EC7EAEB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6BA50D-25D0-1F8B-A92D-30FD7EC610EA}"/>
              </a:ext>
            </a:extLst>
          </p:cNvPr>
          <p:cNvSpPr>
            <a:spLocks noGrp="1"/>
          </p:cNvSpPr>
          <p:nvPr>
            <p:ph type="dt" sz="half" idx="10"/>
          </p:nvPr>
        </p:nvSpPr>
        <p:spPr/>
        <p:txBody>
          <a:bodyPr/>
          <a:lstStyle/>
          <a:p>
            <a:fld id="{FAC08B2F-02A8-425F-B00E-E336B9E7ABB1}" type="datetimeFigureOut">
              <a:rPr lang="en-US" smtClean="0"/>
              <a:t>1/1/2023</a:t>
            </a:fld>
            <a:endParaRPr lang="en-US"/>
          </a:p>
        </p:txBody>
      </p:sp>
      <p:sp>
        <p:nvSpPr>
          <p:cNvPr id="5" name="Footer Placeholder 4">
            <a:extLst>
              <a:ext uri="{FF2B5EF4-FFF2-40B4-BE49-F238E27FC236}">
                <a16:creationId xmlns:a16="http://schemas.microsoft.com/office/drawing/2014/main" id="{608BE358-BE0B-13D2-FF74-ED2E3FB0D3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4BC309-21C3-95E6-D1A2-8AF8C3891F7A}"/>
              </a:ext>
            </a:extLst>
          </p:cNvPr>
          <p:cNvSpPr>
            <a:spLocks noGrp="1"/>
          </p:cNvSpPr>
          <p:nvPr>
            <p:ph type="sldNum" sz="quarter" idx="12"/>
          </p:nvPr>
        </p:nvSpPr>
        <p:spPr/>
        <p:txBody>
          <a:bodyPr/>
          <a:lstStyle/>
          <a:p>
            <a:fld id="{FD771C96-1193-4699-8C75-A42A990607CD}" type="slidenum">
              <a:rPr lang="en-US" smtClean="0"/>
              <a:t>‹#›</a:t>
            </a:fld>
            <a:endParaRPr lang="en-US"/>
          </a:p>
        </p:txBody>
      </p:sp>
    </p:spTree>
    <p:extLst>
      <p:ext uri="{BB962C8B-B14F-4D97-AF65-F5344CB8AC3E}">
        <p14:creationId xmlns:p14="http://schemas.microsoft.com/office/powerpoint/2010/main" val="4219059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FD927-8B08-BB42-ED81-9221BB2E7E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7B0E3F-4B1C-F54A-B292-7D28566AAA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4D759B-103E-112C-3E1C-634FF9BEC5BB}"/>
              </a:ext>
            </a:extLst>
          </p:cNvPr>
          <p:cNvSpPr>
            <a:spLocks noGrp="1"/>
          </p:cNvSpPr>
          <p:nvPr>
            <p:ph type="dt" sz="half" idx="10"/>
          </p:nvPr>
        </p:nvSpPr>
        <p:spPr/>
        <p:txBody>
          <a:bodyPr/>
          <a:lstStyle/>
          <a:p>
            <a:fld id="{FAC08B2F-02A8-425F-B00E-E336B9E7ABB1}" type="datetimeFigureOut">
              <a:rPr lang="en-US" smtClean="0"/>
              <a:t>1/1/2023</a:t>
            </a:fld>
            <a:endParaRPr lang="en-US"/>
          </a:p>
        </p:txBody>
      </p:sp>
      <p:sp>
        <p:nvSpPr>
          <p:cNvPr id="5" name="Footer Placeholder 4">
            <a:extLst>
              <a:ext uri="{FF2B5EF4-FFF2-40B4-BE49-F238E27FC236}">
                <a16:creationId xmlns:a16="http://schemas.microsoft.com/office/drawing/2014/main" id="{017961BB-479A-1A21-BCDB-87FD26D5C8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74142E-A242-92CE-A410-F65B2D1CD400}"/>
              </a:ext>
            </a:extLst>
          </p:cNvPr>
          <p:cNvSpPr>
            <a:spLocks noGrp="1"/>
          </p:cNvSpPr>
          <p:nvPr>
            <p:ph type="sldNum" sz="quarter" idx="12"/>
          </p:nvPr>
        </p:nvSpPr>
        <p:spPr/>
        <p:txBody>
          <a:bodyPr/>
          <a:lstStyle/>
          <a:p>
            <a:fld id="{FD771C96-1193-4699-8C75-A42A990607CD}" type="slidenum">
              <a:rPr lang="en-US" smtClean="0"/>
              <a:t>‹#›</a:t>
            </a:fld>
            <a:endParaRPr lang="en-US"/>
          </a:p>
        </p:txBody>
      </p:sp>
    </p:spTree>
    <p:extLst>
      <p:ext uri="{BB962C8B-B14F-4D97-AF65-F5344CB8AC3E}">
        <p14:creationId xmlns:p14="http://schemas.microsoft.com/office/powerpoint/2010/main" val="137390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82C74-12DF-4DCC-0126-E9BAF928971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F872C90-8873-2EC5-E896-E736DDDD627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8FAF73-CFD1-33B2-9B73-23CBF2F99DCA}"/>
              </a:ext>
            </a:extLst>
          </p:cNvPr>
          <p:cNvSpPr>
            <a:spLocks noGrp="1"/>
          </p:cNvSpPr>
          <p:nvPr>
            <p:ph type="dt" sz="half" idx="10"/>
          </p:nvPr>
        </p:nvSpPr>
        <p:spPr/>
        <p:txBody>
          <a:bodyPr/>
          <a:lstStyle/>
          <a:p>
            <a:fld id="{FAC08B2F-02A8-425F-B00E-E336B9E7ABB1}" type="datetimeFigureOut">
              <a:rPr lang="en-US" smtClean="0"/>
              <a:t>1/1/2023</a:t>
            </a:fld>
            <a:endParaRPr lang="en-US"/>
          </a:p>
        </p:txBody>
      </p:sp>
      <p:sp>
        <p:nvSpPr>
          <p:cNvPr id="5" name="Footer Placeholder 4">
            <a:extLst>
              <a:ext uri="{FF2B5EF4-FFF2-40B4-BE49-F238E27FC236}">
                <a16:creationId xmlns:a16="http://schemas.microsoft.com/office/drawing/2014/main" id="{5A67F771-3502-9326-681D-61D2C20E58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A6C25F-9A66-8437-9362-68362194A7E6}"/>
              </a:ext>
            </a:extLst>
          </p:cNvPr>
          <p:cNvSpPr>
            <a:spLocks noGrp="1"/>
          </p:cNvSpPr>
          <p:nvPr>
            <p:ph type="sldNum" sz="quarter" idx="12"/>
          </p:nvPr>
        </p:nvSpPr>
        <p:spPr/>
        <p:txBody>
          <a:bodyPr/>
          <a:lstStyle/>
          <a:p>
            <a:fld id="{FD771C96-1193-4699-8C75-A42A990607CD}" type="slidenum">
              <a:rPr lang="en-US" smtClean="0"/>
              <a:t>‹#›</a:t>
            </a:fld>
            <a:endParaRPr lang="en-US"/>
          </a:p>
        </p:txBody>
      </p:sp>
    </p:spTree>
    <p:extLst>
      <p:ext uri="{BB962C8B-B14F-4D97-AF65-F5344CB8AC3E}">
        <p14:creationId xmlns:p14="http://schemas.microsoft.com/office/powerpoint/2010/main" val="2771165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C4F48-3E3C-832A-08A7-4762F30983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097F9DC-D839-76C2-9AE7-42B4A4D7AD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5F8052A-F6E9-CD38-E37B-9C19C70054A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3CE583-5F00-B18E-BF59-D7FC8BE278FE}"/>
              </a:ext>
            </a:extLst>
          </p:cNvPr>
          <p:cNvSpPr>
            <a:spLocks noGrp="1"/>
          </p:cNvSpPr>
          <p:nvPr>
            <p:ph type="dt" sz="half" idx="10"/>
          </p:nvPr>
        </p:nvSpPr>
        <p:spPr/>
        <p:txBody>
          <a:bodyPr/>
          <a:lstStyle/>
          <a:p>
            <a:fld id="{FAC08B2F-02A8-425F-B00E-E336B9E7ABB1}" type="datetimeFigureOut">
              <a:rPr lang="en-US" smtClean="0"/>
              <a:t>1/1/2023</a:t>
            </a:fld>
            <a:endParaRPr lang="en-US"/>
          </a:p>
        </p:txBody>
      </p:sp>
      <p:sp>
        <p:nvSpPr>
          <p:cNvPr id="6" name="Footer Placeholder 5">
            <a:extLst>
              <a:ext uri="{FF2B5EF4-FFF2-40B4-BE49-F238E27FC236}">
                <a16:creationId xmlns:a16="http://schemas.microsoft.com/office/drawing/2014/main" id="{DE82DEAE-13DD-A623-9E69-4F98A14495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B31723-7658-42DB-424E-40E81CCE2C3D}"/>
              </a:ext>
            </a:extLst>
          </p:cNvPr>
          <p:cNvSpPr>
            <a:spLocks noGrp="1"/>
          </p:cNvSpPr>
          <p:nvPr>
            <p:ph type="sldNum" sz="quarter" idx="12"/>
          </p:nvPr>
        </p:nvSpPr>
        <p:spPr/>
        <p:txBody>
          <a:bodyPr/>
          <a:lstStyle/>
          <a:p>
            <a:fld id="{FD771C96-1193-4699-8C75-A42A990607CD}" type="slidenum">
              <a:rPr lang="en-US" smtClean="0"/>
              <a:t>‹#›</a:t>
            </a:fld>
            <a:endParaRPr lang="en-US"/>
          </a:p>
        </p:txBody>
      </p:sp>
    </p:spTree>
    <p:extLst>
      <p:ext uri="{BB962C8B-B14F-4D97-AF65-F5344CB8AC3E}">
        <p14:creationId xmlns:p14="http://schemas.microsoft.com/office/powerpoint/2010/main" val="42682771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D29B3-6827-4CB5-9556-C329596BFB2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DB2A3D-6B04-3A82-FC6C-71FE333CD0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97124D-07EA-219B-6BC3-3F23B10D85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C6D1605-D447-573E-C69A-F0F5F602EA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A4729A4-0CE6-A20C-6CB6-F2CA72C653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C08229-2D2C-84CD-A61D-CC880DAE28A0}"/>
              </a:ext>
            </a:extLst>
          </p:cNvPr>
          <p:cNvSpPr>
            <a:spLocks noGrp="1"/>
          </p:cNvSpPr>
          <p:nvPr>
            <p:ph type="dt" sz="half" idx="10"/>
          </p:nvPr>
        </p:nvSpPr>
        <p:spPr/>
        <p:txBody>
          <a:bodyPr/>
          <a:lstStyle/>
          <a:p>
            <a:fld id="{FAC08B2F-02A8-425F-B00E-E336B9E7ABB1}" type="datetimeFigureOut">
              <a:rPr lang="en-US" smtClean="0"/>
              <a:t>1/1/2023</a:t>
            </a:fld>
            <a:endParaRPr lang="en-US"/>
          </a:p>
        </p:txBody>
      </p:sp>
      <p:sp>
        <p:nvSpPr>
          <p:cNvPr id="8" name="Footer Placeholder 7">
            <a:extLst>
              <a:ext uri="{FF2B5EF4-FFF2-40B4-BE49-F238E27FC236}">
                <a16:creationId xmlns:a16="http://schemas.microsoft.com/office/drawing/2014/main" id="{4A2EF8FC-1D0E-0450-9DBB-5C7F3F7573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EC9C3D-0976-8123-3687-FB3C5A424667}"/>
              </a:ext>
            </a:extLst>
          </p:cNvPr>
          <p:cNvSpPr>
            <a:spLocks noGrp="1"/>
          </p:cNvSpPr>
          <p:nvPr>
            <p:ph type="sldNum" sz="quarter" idx="12"/>
          </p:nvPr>
        </p:nvSpPr>
        <p:spPr/>
        <p:txBody>
          <a:bodyPr/>
          <a:lstStyle/>
          <a:p>
            <a:fld id="{FD771C96-1193-4699-8C75-A42A990607CD}" type="slidenum">
              <a:rPr lang="en-US" smtClean="0"/>
              <a:t>‹#›</a:t>
            </a:fld>
            <a:endParaRPr lang="en-US"/>
          </a:p>
        </p:txBody>
      </p:sp>
    </p:spTree>
    <p:extLst>
      <p:ext uri="{BB962C8B-B14F-4D97-AF65-F5344CB8AC3E}">
        <p14:creationId xmlns:p14="http://schemas.microsoft.com/office/powerpoint/2010/main" val="14298138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583E-7DAF-3566-2527-C7AAACF03EA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8E50F3-D3F3-2C8D-7086-F709A14E0C98}"/>
              </a:ext>
            </a:extLst>
          </p:cNvPr>
          <p:cNvSpPr>
            <a:spLocks noGrp="1"/>
          </p:cNvSpPr>
          <p:nvPr>
            <p:ph type="dt" sz="half" idx="10"/>
          </p:nvPr>
        </p:nvSpPr>
        <p:spPr/>
        <p:txBody>
          <a:bodyPr/>
          <a:lstStyle/>
          <a:p>
            <a:fld id="{FAC08B2F-02A8-425F-B00E-E336B9E7ABB1}" type="datetimeFigureOut">
              <a:rPr lang="en-US" smtClean="0"/>
              <a:t>1/1/2023</a:t>
            </a:fld>
            <a:endParaRPr lang="en-US"/>
          </a:p>
        </p:txBody>
      </p:sp>
      <p:sp>
        <p:nvSpPr>
          <p:cNvPr id="4" name="Footer Placeholder 3">
            <a:extLst>
              <a:ext uri="{FF2B5EF4-FFF2-40B4-BE49-F238E27FC236}">
                <a16:creationId xmlns:a16="http://schemas.microsoft.com/office/drawing/2014/main" id="{168FB0E0-632C-5952-BBFD-2C918415BF7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53872B-0A53-83C4-F7AE-BA7B6A4176D1}"/>
              </a:ext>
            </a:extLst>
          </p:cNvPr>
          <p:cNvSpPr>
            <a:spLocks noGrp="1"/>
          </p:cNvSpPr>
          <p:nvPr>
            <p:ph type="sldNum" sz="quarter" idx="12"/>
          </p:nvPr>
        </p:nvSpPr>
        <p:spPr/>
        <p:txBody>
          <a:bodyPr/>
          <a:lstStyle/>
          <a:p>
            <a:fld id="{FD771C96-1193-4699-8C75-A42A990607CD}" type="slidenum">
              <a:rPr lang="en-US" smtClean="0"/>
              <a:t>‹#›</a:t>
            </a:fld>
            <a:endParaRPr lang="en-US"/>
          </a:p>
        </p:txBody>
      </p:sp>
    </p:spTree>
    <p:extLst>
      <p:ext uri="{BB962C8B-B14F-4D97-AF65-F5344CB8AC3E}">
        <p14:creationId xmlns:p14="http://schemas.microsoft.com/office/powerpoint/2010/main" val="2768908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DE9149-A2B7-A3F1-2A42-D4F68C5F010A}"/>
              </a:ext>
            </a:extLst>
          </p:cNvPr>
          <p:cNvSpPr>
            <a:spLocks noGrp="1"/>
          </p:cNvSpPr>
          <p:nvPr>
            <p:ph type="dt" sz="half" idx="10"/>
          </p:nvPr>
        </p:nvSpPr>
        <p:spPr/>
        <p:txBody>
          <a:bodyPr/>
          <a:lstStyle/>
          <a:p>
            <a:fld id="{FAC08B2F-02A8-425F-B00E-E336B9E7ABB1}" type="datetimeFigureOut">
              <a:rPr lang="en-US" smtClean="0"/>
              <a:t>1/1/2023</a:t>
            </a:fld>
            <a:endParaRPr lang="en-US"/>
          </a:p>
        </p:txBody>
      </p:sp>
      <p:sp>
        <p:nvSpPr>
          <p:cNvPr id="3" name="Footer Placeholder 2">
            <a:extLst>
              <a:ext uri="{FF2B5EF4-FFF2-40B4-BE49-F238E27FC236}">
                <a16:creationId xmlns:a16="http://schemas.microsoft.com/office/drawing/2014/main" id="{D1603BE1-CB7C-2772-83C5-34F914C719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EEB3F78-6CAC-F2E2-AD42-65C5C3A2C866}"/>
              </a:ext>
            </a:extLst>
          </p:cNvPr>
          <p:cNvSpPr>
            <a:spLocks noGrp="1"/>
          </p:cNvSpPr>
          <p:nvPr>
            <p:ph type="sldNum" sz="quarter" idx="12"/>
          </p:nvPr>
        </p:nvSpPr>
        <p:spPr/>
        <p:txBody>
          <a:bodyPr/>
          <a:lstStyle/>
          <a:p>
            <a:fld id="{FD771C96-1193-4699-8C75-A42A990607CD}" type="slidenum">
              <a:rPr lang="en-US" smtClean="0"/>
              <a:t>‹#›</a:t>
            </a:fld>
            <a:endParaRPr lang="en-US"/>
          </a:p>
        </p:txBody>
      </p:sp>
    </p:spTree>
    <p:extLst>
      <p:ext uri="{BB962C8B-B14F-4D97-AF65-F5344CB8AC3E}">
        <p14:creationId xmlns:p14="http://schemas.microsoft.com/office/powerpoint/2010/main" val="331789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38FA7-EC7F-84BA-57BF-0D1E559571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ABB2A4A-9E7F-78E8-9522-A020DFC2FE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454531-D96A-7E13-5CD2-4B95F8C774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2C1EA2-3806-AB3E-ACF2-F8A3307AEFBE}"/>
              </a:ext>
            </a:extLst>
          </p:cNvPr>
          <p:cNvSpPr>
            <a:spLocks noGrp="1"/>
          </p:cNvSpPr>
          <p:nvPr>
            <p:ph type="dt" sz="half" idx="10"/>
          </p:nvPr>
        </p:nvSpPr>
        <p:spPr/>
        <p:txBody>
          <a:bodyPr/>
          <a:lstStyle/>
          <a:p>
            <a:fld id="{FAC08B2F-02A8-425F-B00E-E336B9E7ABB1}" type="datetimeFigureOut">
              <a:rPr lang="en-US" smtClean="0"/>
              <a:t>1/1/2023</a:t>
            </a:fld>
            <a:endParaRPr lang="en-US"/>
          </a:p>
        </p:txBody>
      </p:sp>
      <p:sp>
        <p:nvSpPr>
          <p:cNvPr id="6" name="Footer Placeholder 5">
            <a:extLst>
              <a:ext uri="{FF2B5EF4-FFF2-40B4-BE49-F238E27FC236}">
                <a16:creationId xmlns:a16="http://schemas.microsoft.com/office/drawing/2014/main" id="{1A4411C3-9188-2E4C-6EE2-D4F9319181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F0A9A8-870C-52BC-378D-E07A76236B9B}"/>
              </a:ext>
            </a:extLst>
          </p:cNvPr>
          <p:cNvSpPr>
            <a:spLocks noGrp="1"/>
          </p:cNvSpPr>
          <p:nvPr>
            <p:ph type="sldNum" sz="quarter" idx="12"/>
          </p:nvPr>
        </p:nvSpPr>
        <p:spPr/>
        <p:txBody>
          <a:bodyPr/>
          <a:lstStyle/>
          <a:p>
            <a:fld id="{FD771C96-1193-4699-8C75-A42A990607CD}" type="slidenum">
              <a:rPr lang="en-US" smtClean="0"/>
              <a:t>‹#›</a:t>
            </a:fld>
            <a:endParaRPr lang="en-US"/>
          </a:p>
        </p:txBody>
      </p:sp>
    </p:spTree>
    <p:extLst>
      <p:ext uri="{BB962C8B-B14F-4D97-AF65-F5344CB8AC3E}">
        <p14:creationId xmlns:p14="http://schemas.microsoft.com/office/powerpoint/2010/main" val="1038672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C4F2A-08F1-92FF-E23A-2AB683BDBF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5A4969-4DAF-C6A2-A6C1-9C05707954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1D0D62A-6747-6E45-E670-C5FAF80DDF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583097A-E465-91B8-0120-40BB60D7FD5A}"/>
              </a:ext>
            </a:extLst>
          </p:cNvPr>
          <p:cNvSpPr>
            <a:spLocks noGrp="1"/>
          </p:cNvSpPr>
          <p:nvPr>
            <p:ph type="dt" sz="half" idx="10"/>
          </p:nvPr>
        </p:nvSpPr>
        <p:spPr/>
        <p:txBody>
          <a:bodyPr/>
          <a:lstStyle/>
          <a:p>
            <a:fld id="{FAC08B2F-02A8-425F-B00E-E336B9E7ABB1}" type="datetimeFigureOut">
              <a:rPr lang="en-US" smtClean="0"/>
              <a:t>1/1/2023</a:t>
            </a:fld>
            <a:endParaRPr lang="en-US"/>
          </a:p>
        </p:txBody>
      </p:sp>
      <p:sp>
        <p:nvSpPr>
          <p:cNvPr id="6" name="Footer Placeholder 5">
            <a:extLst>
              <a:ext uri="{FF2B5EF4-FFF2-40B4-BE49-F238E27FC236}">
                <a16:creationId xmlns:a16="http://schemas.microsoft.com/office/drawing/2014/main" id="{231294C7-A7B9-266E-5ACD-0D5F29FCE5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DF83CC-121A-3391-F1B8-1994C66093C4}"/>
              </a:ext>
            </a:extLst>
          </p:cNvPr>
          <p:cNvSpPr>
            <a:spLocks noGrp="1"/>
          </p:cNvSpPr>
          <p:nvPr>
            <p:ph type="sldNum" sz="quarter" idx="12"/>
          </p:nvPr>
        </p:nvSpPr>
        <p:spPr/>
        <p:txBody>
          <a:bodyPr/>
          <a:lstStyle/>
          <a:p>
            <a:fld id="{FD771C96-1193-4699-8C75-A42A990607CD}" type="slidenum">
              <a:rPr lang="en-US" smtClean="0"/>
              <a:t>‹#›</a:t>
            </a:fld>
            <a:endParaRPr lang="en-US"/>
          </a:p>
        </p:txBody>
      </p:sp>
    </p:spTree>
    <p:extLst>
      <p:ext uri="{BB962C8B-B14F-4D97-AF65-F5344CB8AC3E}">
        <p14:creationId xmlns:p14="http://schemas.microsoft.com/office/powerpoint/2010/main" val="866738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C85FE-FFFE-C0C9-7EAF-29445976C3D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BA9025E-CED0-F041-9106-36B299C064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67171C-80D2-589D-2874-078DA524EA09}"/>
              </a:ext>
            </a:extLst>
          </p:cNvPr>
          <p:cNvSpPr>
            <a:spLocks noGrp="1"/>
          </p:cNvSpPr>
          <p:nvPr>
            <p:ph type="dt" sz="half" idx="10"/>
          </p:nvPr>
        </p:nvSpPr>
        <p:spPr/>
        <p:txBody>
          <a:bodyPr/>
          <a:lstStyle/>
          <a:p>
            <a:fld id="{FAC08B2F-02A8-425F-B00E-E336B9E7ABB1}" type="datetimeFigureOut">
              <a:rPr lang="en-US" smtClean="0"/>
              <a:t>1/1/2023</a:t>
            </a:fld>
            <a:endParaRPr lang="en-US"/>
          </a:p>
        </p:txBody>
      </p:sp>
      <p:sp>
        <p:nvSpPr>
          <p:cNvPr id="5" name="Footer Placeholder 4">
            <a:extLst>
              <a:ext uri="{FF2B5EF4-FFF2-40B4-BE49-F238E27FC236}">
                <a16:creationId xmlns:a16="http://schemas.microsoft.com/office/drawing/2014/main" id="{2B374D5F-F23D-3AE3-254B-C4C923C0D8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0D1936-99F8-3007-5F97-A805258D8762}"/>
              </a:ext>
            </a:extLst>
          </p:cNvPr>
          <p:cNvSpPr>
            <a:spLocks noGrp="1"/>
          </p:cNvSpPr>
          <p:nvPr>
            <p:ph type="sldNum" sz="quarter" idx="12"/>
          </p:nvPr>
        </p:nvSpPr>
        <p:spPr/>
        <p:txBody>
          <a:bodyPr/>
          <a:lstStyle/>
          <a:p>
            <a:fld id="{FD771C96-1193-4699-8C75-A42A990607CD}" type="slidenum">
              <a:rPr lang="en-US" smtClean="0"/>
              <a:t>‹#›</a:t>
            </a:fld>
            <a:endParaRPr lang="en-US"/>
          </a:p>
        </p:txBody>
      </p:sp>
    </p:spTree>
    <p:extLst>
      <p:ext uri="{BB962C8B-B14F-4D97-AF65-F5344CB8AC3E}">
        <p14:creationId xmlns:p14="http://schemas.microsoft.com/office/powerpoint/2010/main" val="36559001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07597-3590-2C35-9227-C7D108DBB36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C530C9-CF0F-8C46-7B6A-B4E8A60EF6E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8F08B0-91FA-47E9-6D36-5B94D17A4389}"/>
              </a:ext>
            </a:extLst>
          </p:cNvPr>
          <p:cNvSpPr>
            <a:spLocks noGrp="1"/>
          </p:cNvSpPr>
          <p:nvPr>
            <p:ph type="dt" sz="half" idx="10"/>
          </p:nvPr>
        </p:nvSpPr>
        <p:spPr/>
        <p:txBody>
          <a:bodyPr/>
          <a:lstStyle/>
          <a:p>
            <a:fld id="{FAC08B2F-02A8-425F-B00E-E336B9E7ABB1}" type="datetimeFigureOut">
              <a:rPr lang="en-US" smtClean="0"/>
              <a:t>1/1/2023</a:t>
            </a:fld>
            <a:endParaRPr lang="en-US"/>
          </a:p>
        </p:txBody>
      </p:sp>
      <p:sp>
        <p:nvSpPr>
          <p:cNvPr id="5" name="Footer Placeholder 4">
            <a:extLst>
              <a:ext uri="{FF2B5EF4-FFF2-40B4-BE49-F238E27FC236}">
                <a16:creationId xmlns:a16="http://schemas.microsoft.com/office/drawing/2014/main" id="{7456CC0C-C563-A845-2ABA-10CB6160A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3F37E1-04B7-A434-C7FE-B9CE175D77DD}"/>
              </a:ext>
            </a:extLst>
          </p:cNvPr>
          <p:cNvSpPr>
            <a:spLocks noGrp="1"/>
          </p:cNvSpPr>
          <p:nvPr>
            <p:ph type="sldNum" sz="quarter" idx="12"/>
          </p:nvPr>
        </p:nvSpPr>
        <p:spPr/>
        <p:txBody>
          <a:bodyPr/>
          <a:lstStyle/>
          <a:p>
            <a:fld id="{FD771C96-1193-4699-8C75-A42A990607CD}" type="slidenum">
              <a:rPr lang="en-US" smtClean="0"/>
              <a:t>‹#›</a:t>
            </a:fld>
            <a:endParaRPr lang="en-US"/>
          </a:p>
        </p:txBody>
      </p:sp>
    </p:spTree>
    <p:extLst>
      <p:ext uri="{BB962C8B-B14F-4D97-AF65-F5344CB8AC3E}">
        <p14:creationId xmlns:p14="http://schemas.microsoft.com/office/powerpoint/2010/main" val="1025826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C4F18C7-B911-FBB8-9E3D-3B9DDD2010B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B4DCB02-6815-1FD4-9B73-49C9FA196F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BC2467-C1AD-6275-9926-9C12A9BAA6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C08B2F-02A8-425F-B00E-E336B9E7ABB1}" type="datetimeFigureOut">
              <a:rPr lang="en-US" smtClean="0"/>
              <a:t>1/1/2023</a:t>
            </a:fld>
            <a:endParaRPr lang="en-US"/>
          </a:p>
        </p:txBody>
      </p:sp>
      <p:sp>
        <p:nvSpPr>
          <p:cNvPr id="5" name="Footer Placeholder 4">
            <a:extLst>
              <a:ext uri="{FF2B5EF4-FFF2-40B4-BE49-F238E27FC236}">
                <a16:creationId xmlns:a16="http://schemas.microsoft.com/office/drawing/2014/main" id="{CF6C7209-6950-DB17-5EF5-B67C33EBA0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AEF4FBE-2AA6-507C-4B73-3754E6D89E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771C96-1193-4699-8C75-A42A990607CD}" type="slidenum">
              <a:rPr lang="en-US" smtClean="0"/>
              <a:t>‹#›</a:t>
            </a:fld>
            <a:endParaRPr lang="en-US"/>
          </a:p>
        </p:txBody>
      </p:sp>
    </p:spTree>
    <p:extLst>
      <p:ext uri="{BB962C8B-B14F-4D97-AF65-F5344CB8AC3E}">
        <p14:creationId xmlns:p14="http://schemas.microsoft.com/office/powerpoint/2010/main" val="3562493935"/>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11.jpe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g"/><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8.sv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3EA1091-54FB-F7A1-726B-9DB90D91591A}"/>
              </a:ext>
            </a:extLst>
          </p:cNvPr>
          <p:cNvSpPr txBox="1"/>
          <p:nvPr/>
        </p:nvSpPr>
        <p:spPr>
          <a:xfrm>
            <a:off x="1997574" y="303326"/>
            <a:ext cx="7776114" cy="1107996"/>
          </a:xfrm>
          <a:prstGeom prst="rect">
            <a:avLst/>
          </a:prstGeom>
          <a:noFill/>
        </p:spPr>
        <p:txBody>
          <a:bodyPr wrap="square" rtlCol="0">
            <a:spAutoFit/>
          </a:bodyPr>
          <a:lstStyle/>
          <a:p>
            <a:pPr algn="ctr"/>
            <a:r>
              <a:rPr lang="en-US" sz="6600" dirty="0">
                <a:ln w="28575">
                  <a:solidFill>
                    <a:srgbClr val="9B6B43"/>
                  </a:solidFill>
                </a:ln>
                <a:solidFill>
                  <a:schemeClr val="accent2">
                    <a:lumMod val="60000"/>
                    <a:lumOff val="40000"/>
                  </a:schemeClr>
                </a:solidFill>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rPr>
              <a:t>INTRODUCTION</a:t>
            </a:r>
            <a:endParaRPr lang="id-ID" sz="6600" dirty="0">
              <a:ln w="28575">
                <a:solidFill>
                  <a:srgbClr val="9B6B43"/>
                </a:solidFill>
              </a:ln>
              <a:solidFill>
                <a:schemeClr val="accent2">
                  <a:lumMod val="60000"/>
                  <a:lumOff val="40000"/>
                </a:schemeClr>
              </a:solidFill>
              <a:effectLst>
                <a:outerShdw blurRad="50800" dist="38100" dir="2700000" algn="tl" rotWithShape="0">
                  <a:prstClr val="black">
                    <a:alpha val="40000"/>
                  </a:prstClr>
                </a:outerShdw>
              </a:effectLst>
              <a:latin typeface="Arial" panose="020B0604020202020204" pitchFamily="34" charset="0"/>
              <a:cs typeface="Arial" panose="020B0604020202020204" pitchFamily="34" charset="0"/>
            </a:endParaRPr>
          </a:p>
        </p:txBody>
      </p:sp>
      <p:sp>
        <p:nvSpPr>
          <p:cNvPr id="9" name="Rectangle: Rounded Corners 8">
            <a:extLst>
              <a:ext uri="{FF2B5EF4-FFF2-40B4-BE49-F238E27FC236}">
                <a16:creationId xmlns:a16="http://schemas.microsoft.com/office/drawing/2014/main" id="{35856521-5A74-0DAF-F6F4-CB2362C5DA16}"/>
              </a:ext>
            </a:extLst>
          </p:cNvPr>
          <p:cNvSpPr/>
          <p:nvPr/>
        </p:nvSpPr>
        <p:spPr>
          <a:xfrm>
            <a:off x="415368" y="3554308"/>
            <a:ext cx="4726475" cy="2748565"/>
          </a:xfrm>
          <a:prstGeom prst="roundRect">
            <a:avLst/>
          </a:prstGeom>
          <a:solidFill>
            <a:schemeClr val="bg1"/>
          </a:solidFill>
          <a:ln w="28575">
            <a:solidFill>
              <a:srgbClr val="D8AC87"/>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4000" dirty="0">
              <a:solidFill>
                <a:srgbClr val="D8AC87"/>
              </a:solidFill>
              <a:latin typeface="Bubbly" panose="02000503000000000000" pitchFamily="2" charset="0"/>
            </a:endParaRPr>
          </a:p>
          <a:p>
            <a:pPr algn="just"/>
            <a:endParaRPr lang="en-US" sz="4000" dirty="0">
              <a:solidFill>
                <a:schemeClr val="tx1"/>
              </a:solidFill>
              <a:latin typeface="Bubbly" panose="02000503000000000000" pitchFamily="2" charset="0"/>
            </a:endParaRPr>
          </a:p>
          <a:p>
            <a:pPr algn="just"/>
            <a:r>
              <a:rPr lang="en-US" sz="4000" dirty="0">
                <a:solidFill>
                  <a:schemeClr val="tx1"/>
                </a:solidFill>
                <a:latin typeface="Bubbly" panose="02000503000000000000" pitchFamily="2" charset="0"/>
              </a:rPr>
              <a:t>Presented By:</a:t>
            </a:r>
          </a:p>
          <a:p>
            <a:pPr algn="just"/>
            <a:r>
              <a:rPr lang="en-US" sz="4000" dirty="0" smtClean="0">
                <a:solidFill>
                  <a:schemeClr val="tx1"/>
                </a:solidFill>
                <a:latin typeface="Bubbly" panose="02000503000000000000" pitchFamily="2" charset="0"/>
              </a:rPr>
              <a:t>Md. Juel Rana                                </a:t>
            </a:r>
            <a:endParaRPr lang="en-US" sz="4000" dirty="0">
              <a:solidFill>
                <a:schemeClr val="tx1"/>
              </a:solidFill>
              <a:latin typeface="Bubbly" panose="02000503000000000000" pitchFamily="2" charset="0"/>
            </a:endParaRPr>
          </a:p>
          <a:p>
            <a:pPr algn="just"/>
            <a:r>
              <a:rPr lang="en-US" sz="4000" dirty="0">
                <a:solidFill>
                  <a:schemeClr val="tx1"/>
                </a:solidFill>
                <a:latin typeface="Bubbly" panose="02000503000000000000" pitchFamily="2" charset="0"/>
              </a:rPr>
              <a:t>ID: </a:t>
            </a:r>
            <a:r>
              <a:rPr lang="en-US" sz="4000" dirty="0" smtClean="0">
                <a:solidFill>
                  <a:schemeClr val="tx1"/>
                </a:solidFill>
                <a:latin typeface="Bubbly" panose="02000503000000000000" pitchFamily="2" charset="0"/>
              </a:rPr>
              <a:t>221002492</a:t>
            </a:r>
            <a:endParaRPr lang="en-US" sz="4000" dirty="0">
              <a:solidFill>
                <a:schemeClr val="tx1"/>
              </a:solidFill>
              <a:latin typeface="Bubbly" panose="02000503000000000000" pitchFamily="2" charset="0"/>
            </a:endParaRPr>
          </a:p>
          <a:p>
            <a:pPr algn="just"/>
            <a:r>
              <a:rPr lang="en-US" sz="4000" dirty="0">
                <a:solidFill>
                  <a:schemeClr val="tx1"/>
                </a:solidFill>
                <a:latin typeface="Bubbly" panose="02000503000000000000" pitchFamily="2" charset="0"/>
              </a:rPr>
              <a:t>Department of CSE</a:t>
            </a:r>
          </a:p>
          <a:p>
            <a:pPr algn="just"/>
            <a:endParaRPr lang="id-ID" sz="5400" dirty="0">
              <a:solidFill>
                <a:srgbClr val="D8AC87"/>
              </a:solidFill>
              <a:latin typeface="Bubbly" panose="02000503000000000000" pitchFamily="2" charset="0"/>
            </a:endParaRPr>
          </a:p>
        </p:txBody>
      </p:sp>
      <p:pic>
        <p:nvPicPr>
          <p:cNvPr id="19" name="Picture 18">
            <a:extLst>
              <a:ext uri="{FF2B5EF4-FFF2-40B4-BE49-F238E27FC236}">
                <a16:creationId xmlns:a16="http://schemas.microsoft.com/office/drawing/2014/main" id="{5DA503FF-FB6E-CA2B-0820-489CA8FA46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9470" y="1393085"/>
            <a:ext cx="2100038" cy="2035915"/>
          </a:xfrm>
          <a:prstGeom prst="rect">
            <a:avLst/>
          </a:prstGeom>
        </p:spPr>
      </p:pic>
      <p:sp>
        <p:nvSpPr>
          <p:cNvPr id="2" name="Rectangle: Rounded Corners 1">
            <a:extLst>
              <a:ext uri="{FF2B5EF4-FFF2-40B4-BE49-F238E27FC236}">
                <a16:creationId xmlns:a16="http://schemas.microsoft.com/office/drawing/2014/main" id="{9B928226-D76F-51DF-FCB3-BE2CED485231}"/>
              </a:ext>
            </a:extLst>
          </p:cNvPr>
          <p:cNvSpPr/>
          <p:nvPr/>
        </p:nvSpPr>
        <p:spPr>
          <a:xfrm>
            <a:off x="6617778" y="3554308"/>
            <a:ext cx="4911613" cy="2748565"/>
          </a:xfrm>
          <a:prstGeom prst="roundRect">
            <a:avLst/>
          </a:prstGeom>
          <a:solidFill>
            <a:schemeClr val="bg1"/>
          </a:solidFill>
          <a:ln w="28575">
            <a:solidFill>
              <a:srgbClr val="D8AC87"/>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sz="4000" dirty="0">
              <a:solidFill>
                <a:srgbClr val="D8AC87"/>
              </a:solidFill>
              <a:latin typeface="Bubbly" panose="02000503000000000000" pitchFamily="2" charset="0"/>
            </a:endParaRPr>
          </a:p>
          <a:p>
            <a:pPr algn="just"/>
            <a:endParaRPr lang="en-US" sz="4000" dirty="0">
              <a:solidFill>
                <a:srgbClr val="D8AC87"/>
              </a:solidFill>
              <a:latin typeface="Bubbly" panose="02000503000000000000" pitchFamily="2" charset="0"/>
            </a:endParaRPr>
          </a:p>
          <a:p>
            <a:pPr algn="just"/>
            <a:r>
              <a:rPr lang="en-US" sz="4000" dirty="0">
                <a:solidFill>
                  <a:schemeClr val="tx1"/>
                </a:solidFill>
                <a:latin typeface="Bubbly" panose="02000503000000000000" pitchFamily="2" charset="0"/>
              </a:rPr>
              <a:t>Presented To:</a:t>
            </a:r>
          </a:p>
          <a:p>
            <a:pPr algn="just"/>
            <a:r>
              <a:rPr lang="en-US" sz="4000" dirty="0" smtClean="0">
                <a:solidFill>
                  <a:schemeClr val="tx1"/>
                </a:solidFill>
                <a:latin typeface="Bubbly" panose="02000503000000000000" pitchFamily="2" charset="0"/>
              </a:rPr>
              <a:t>S.M. </a:t>
            </a:r>
            <a:r>
              <a:rPr lang="en-US" sz="4000" dirty="0" err="1" smtClean="0">
                <a:solidFill>
                  <a:schemeClr val="tx1"/>
                </a:solidFill>
                <a:latin typeface="Bubbly" panose="02000503000000000000" pitchFamily="2" charset="0"/>
              </a:rPr>
              <a:t>Rashidul</a:t>
            </a:r>
            <a:r>
              <a:rPr lang="en-US" sz="4000" dirty="0" smtClean="0">
                <a:solidFill>
                  <a:schemeClr val="tx1"/>
                </a:solidFill>
                <a:latin typeface="Bubbly" panose="02000503000000000000" pitchFamily="2" charset="0"/>
              </a:rPr>
              <a:t> Hasan </a:t>
            </a:r>
            <a:r>
              <a:rPr lang="en-US" sz="4000" dirty="0" err="1" smtClean="0">
                <a:solidFill>
                  <a:schemeClr val="tx1"/>
                </a:solidFill>
                <a:latin typeface="Bubbly" panose="02000503000000000000" pitchFamily="2" charset="0"/>
              </a:rPr>
              <a:t>Nijhum</a:t>
            </a:r>
            <a:r>
              <a:rPr lang="en-US" sz="4000" dirty="0" smtClean="0">
                <a:solidFill>
                  <a:schemeClr val="tx1"/>
                </a:solidFill>
                <a:latin typeface="Bubbly" panose="02000503000000000000" pitchFamily="2" charset="0"/>
              </a:rPr>
              <a:t>                               </a:t>
            </a:r>
            <a:endParaRPr lang="en-US" sz="4000" dirty="0">
              <a:solidFill>
                <a:schemeClr val="tx1"/>
              </a:solidFill>
              <a:latin typeface="Bubbly" panose="02000503000000000000" pitchFamily="2" charset="0"/>
            </a:endParaRPr>
          </a:p>
          <a:p>
            <a:pPr algn="just"/>
            <a:r>
              <a:rPr lang="en-US" sz="4000" dirty="0">
                <a:solidFill>
                  <a:schemeClr val="tx1"/>
                </a:solidFill>
                <a:latin typeface="Bubbly" panose="02000503000000000000" pitchFamily="2" charset="0"/>
              </a:rPr>
              <a:t>Lecturer</a:t>
            </a:r>
          </a:p>
          <a:p>
            <a:pPr algn="just"/>
            <a:r>
              <a:rPr lang="en-US" sz="4000" dirty="0">
                <a:solidFill>
                  <a:schemeClr val="tx1"/>
                </a:solidFill>
                <a:latin typeface="Bubbly" panose="02000503000000000000" pitchFamily="2" charset="0"/>
              </a:rPr>
              <a:t>Department of CSE</a:t>
            </a:r>
          </a:p>
          <a:p>
            <a:pPr algn="just"/>
            <a:endParaRPr lang="id-ID" sz="5400" dirty="0">
              <a:solidFill>
                <a:srgbClr val="D8AC87"/>
              </a:solidFill>
              <a:latin typeface="Bubbly" panose="02000503000000000000" pitchFamily="2" charset="0"/>
            </a:endParaRPr>
          </a:p>
        </p:txBody>
      </p:sp>
    </p:spTree>
    <p:extLst>
      <p:ext uri="{BB962C8B-B14F-4D97-AF65-F5344CB8AC3E}">
        <p14:creationId xmlns:p14="http://schemas.microsoft.com/office/powerpoint/2010/main" val="3966532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withEffect">
                                  <p:stCondLst>
                                    <p:cond delay="1000"/>
                                  </p:stCondLst>
                                  <p:iterate type="lt">
                                    <p:tmPct val="10000"/>
                                  </p:iterate>
                                  <p:childTnLst>
                                    <p:set>
                                      <p:cBhvr>
                                        <p:cTn id="6" dur="1" fill="hold">
                                          <p:stCondLst>
                                            <p:cond delay="0"/>
                                          </p:stCondLst>
                                        </p:cTn>
                                        <p:tgtEl>
                                          <p:spTgt spid="8"/>
                                        </p:tgtEl>
                                        <p:attrNameLst>
                                          <p:attrName>style.visibility</p:attrName>
                                        </p:attrNameLst>
                                      </p:cBhvr>
                                      <p:to>
                                        <p:strVal val="visible"/>
                                      </p:to>
                                    </p:set>
                                    <p:animEffect transition="in" filter="wipe(down)">
                                      <p:cBhvr>
                                        <p:cTn id="7" dur="580">
                                          <p:stCondLst>
                                            <p:cond delay="0"/>
                                          </p:stCondLst>
                                        </p:cTn>
                                        <p:tgtEl>
                                          <p:spTgt spid="8"/>
                                        </p:tgtEl>
                                      </p:cBhvr>
                                    </p:animEffect>
                                    <p:anim calcmode="lin" valueType="num">
                                      <p:cBhvr>
                                        <p:cTn id="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13" dur="26">
                                          <p:stCondLst>
                                            <p:cond delay="650"/>
                                          </p:stCondLst>
                                        </p:cTn>
                                        <p:tgtEl>
                                          <p:spTgt spid="8"/>
                                        </p:tgtEl>
                                      </p:cBhvr>
                                      <p:to x="100000" y="60000"/>
                                    </p:animScale>
                                    <p:animScale>
                                      <p:cBhvr>
                                        <p:cTn id="14" dur="166" decel="50000">
                                          <p:stCondLst>
                                            <p:cond delay="676"/>
                                          </p:stCondLst>
                                        </p:cTn>
                                        <p:tgtEl>
                                          <p:spTgt spid="8"/>
                                        </p:tgtEl>
                                      </p:cBhvr>
                                      <p:to x="100000" y="100000"/>
                                    </p:animScale>
                                    <p:animScale>
                                      <p:cBhvr>
                                        <p:cTn id="15" dur="26">
                                          <p:stCondLst>
                                            <p:cond delay="1312"/>
                                          </p:stCondLst>
                                        </p:cTn>
                                        <p:tgtEl>
                                          <p:spTgt spid="8"/>
                                        </p:tgtEl>
                                      </p:cBhvr>
                                      <p:to x="100000" y="80000"/>
                                    </p:animScale>
                                    <p:animScale>
                                      <p:cBhvr>
                                        <p:cTn id="16" dur="166" decel="50000">
                                          <p:stCondLst>
                                            <p:cond delay="1338"/>
                                          </p:stCondLst>
                                        </p:cTn>
                                        <p:tgtEl>
                                          <p:spTgt spid="8"/>
                                        </p:tgtEl>
                                      </p:cBhvr>
                                      <p:to x="100000" y="100000"/>
                                    </p:animScale>
                                    <p:animScale>
                                      <p:cBhvr>
                                        <p:cTn id="17" dur="26">
                                          <p:stCondLst>
                                            <p:cond delay="1642"/>
                                          </p:stCondLst>
                                        </p:cTn>
                                        <p:tgtEl>
                                          <p:spTgt spid="8"/>
                                        </p:tgtEl>
                                      </p:cBhvr>
                                      <p:to x="100000" y="90000"/>
                                    </p:animScale>
                                    <p:animScale>
                                      <p:cBhvr>
                                        <p:cTn id="18" dur="166" decel="50000">
                                          <p:stCondLst>
                                            <p:cond delay="1668"/>
                                          </p:stCondLst>
                                        </p:cTn>
                                        <p:tgtEl>
                                          <p:spTgt spid="8"/>
                                        </p:tgtEl>
                                      </p:cBhvr>
                                      <p:to x="100000" y="100000"/>
                                    </p:animScale>
                                    <p:animScale>
                                      <p:cBhvr>
                                        <p:cTn id="19" dur="26">
                                          <p:stCondLst>
                                            <p:cond delay="1808"/>
                                          </p:stCondLst>
                                        </p:cTn>
                                        <p:tgtEl>
                                          <p:spTgt spid="8"/>
                                        </p:tgtEl>
                                      </p:cBhvr>
                                      <p:to x="100000" y="95000"/>
                                    </p:animScale>
                                    <p:animScale>
                                      <p:cBhvr>
                                        <p:cTn id="20" dur="166" decel="50000">
                                          <p:stCondLst>
                                            <p:cond delay="1834"/>
                                          </p:stCondLst>
                                        </p:cTn>
                                        <p:tgtEl>
                                          <p:spTgt spid="8"/>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wipe(down)">
                                      <p:cBhvr>
                                        <p:cTn id="25" dur="580">
                                          <p:stCondLst>
                                            <p:cond delay="0"/>
                                          </p:stCondLst>
                                        </p:cTn>
                                        <p:tgtEl>
                                          <p:spTgt spid="9"/>
                                        </p:tgtEl>
                                      </p:cBhvr>
                                    </p:animEffect>
                                    <p:anim calcmode="lin" valueType="num">
                                      <p:cBhvr>
                                        <p:cTn id="26" dur="1822"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9"/>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9"/>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9"/>
                                        </p:tgtEl>
                                        <p:attrNameLst>
                                          <p:attrName>ppt_y</p:attrName>
                                        </p:attrNameLst>
                                      </p:cBhvr>
                                      <p:tavLst>
                                        <p:tav tm="0" fmla="#ppt_y-sin(pi*$)/81">
                                          <p:val>
                                            <p:fltVal val="0"/>
                                          </p:val>
                                        </p:tav>
                                        <p:tav tm="100000">
                                          <p:val>
                                            <p:fltVal val="1"/>
                                          </p:val>
                                        </p:tav>
                                      </p:tavLst>
                                    </p:anim>
                                    <p:animScale>
                                      <p:cBhvr>
                                        <p:cTn id="31" dur="26">
                                          <p:stCondLst>
                                            <p:cond delay="650"/>
                                          </p:stCondLst>
                                        </p:cTn>
                                        <p:tgtEl>
                                          <p:spTgt spid="9"/>
                                        </p:tgtEl>
                                      </p:cBhvr>
                                      <p:to x="100000" y="60000"/>
                                    </p:animScale>
                                    <p:animScale>
                                      <p:cBhvr>
                                        <p:cTn id="32" dur="166" decel="50000">
                                          <p:stCondLst>
                                            <p:cond delay="676"/>
                                          </p:stCondLst>
                                        </p:cTn>
                                        <p:tgtEl>
                                          <p:spTgt spid="9"/>
                                        </p:tgtEl>
                                      </p:cBhvr>
                                      <p:to x="100000" y="100000"/>
                                    </p:animScale>
                                    <p:animScale>
                                      <p:cBhvr>
                                        <p:cTn id="33" dur="26">
                                          <p:stCondLst>
                                            <p:cond delay="1312"/>
                                          </p:stCondLst>
                                        </p:cTn>
                                        <p:tgtEl>
                                          <p:spTgt spid="9"/>
                                        </p:tgtEl>
                                      </p:cBhvr>
                                      <p:to x="100000" y="80000"/>
                                    </p:animScale>
                                    <p:animScale>
                                      <p:cBhvr>
                                        <p:cTn id="34" dur="166" decel="50000">
                                          <p:stCondLst>
                                            <p:cond delay="1338"/>
                                          </p:stCondLst>
                                        </p:cTn>
                                        <p:tgtEl>
                                          <p:spTgt spid="9"/>
                                        </p:tgtEl>
                                      </p:cBhvr>
                                      <p:to x="100000" y="100000"/>
                                    </p:animScale>
                                    <p:animScale>
                                      <p:cBhvr>
                                        <p:cTn id="35" dur="26">
                                          <p:stCondLst>
                                            <p:cond delay="1642"/>
                                          </p:stCondLst>
                                        </p:cTn>
                                        <p:tgtEl>
                                          <p:spTgt spid="9"/>
                                        </p:tgtEl>
                                      </p:cBhvr>
                                      <p:to x="100000" y="90000"/>
                                    </p:animScale>
                                    <p:animScale>
                                      <p:cBhvr>
                                        <p:cTn id="36" dur="166" decel="50000">
                                          <p:stCondLst>
                                            <p:cond delay="1668"/>
                                          </p:stCondLst>
                                        </p:cTn>
                                        <p:tgtEl>
                                          <p:spTgt spid="9"/>
                                        </p:tgtEl>
                                      </p:cBhvr>
                                      <p:to x="100000" y="100000"/>
                                    </p:animScale>
                                    <p:animScale>
                                      <p:cBhvr>
                                        <p:cTn id="37" dur="26">
                                          <p:stCondLst>
                                            <p:cond delay="1808"/>
                                          </p:stCondLst>
                                        </p:cTn>
                                        <p:tgtEl>
                                          <p:spTgt spid="9"/>
                                        </p:tgtEl>
                                      </p:cBhvr>
                                      <p:to x="100000" y="95000"/>
                                    </p:animScale>
                                    <p:animScale>
                                      <p:cBhvr>
                                        <p:cTn id="38" dur="166" decel="50000">
                                          <p:stCondLst>
                                            <p:cond delay="1834"/>
                                          </p:stCondLst>
                                        </p:cTn>
                                        <p:tgtEl>
                                          <p:spTgt spid="9"/>
                                        </p:tgtEl>
                                      </p:cBhvr>
                                      <p:to x="100000" y="100000"/>
                                    </p:animScale>
                                  </p:childTnLst>
                                </p:cTn>
                              </p:par>
                              <p:par>
                                <p:cTn id="39" presetID="26" presetClass="entr" presetSubtype="0" fill="hold"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down)">
                                      <p:cBhvr>
                                        <p:cTn id="41" dur="580">
                                          <p:stCondLst>
                                            <p:cond delay="0"/>
                                          </p:stCondLst>
                                        </p:cTn>
                                        <p:tgtEl>
                                          <p:spTgt spid="19"/>
                                        </p:tgtEl>
                                      </p:cBhvr>
                                    </p:animEffect>
                                    <p:anim calcmode="lin" valueType="num">
                                      <p:cBhvr>
                                        <p:cTn id="42" dur="1822"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19"/>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19"/>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19"/>
                                        </p:tgtEl>
                                        <p:attrNameLst>
                                          <p:attrName>ppt_y</p:attrName>
                                        </p:attrNameLst>
                                      </p:cBhvr>
                                      <p:tavLst>
                                        <p:tav tm="0" fmla="#ppt_y-sin(pi*$)/81">
                                          <p:val>
                                            <p:fltVal val="0"/>
                                          </p:val>
                                        </p:tav>
                                        <p:tav tm="100000">
                                          <p:val>
                                            <p:fltVal val="1"/>
                                          </p:val>
                                        </p:tav>
                                      </p:tavLst>
                                    </p:anim>
                                    <p:animScale>
                                      <p:cBhvr>
                                        <p:cTn id="47" dur="26">
                                          <p:stCondLst>
                                            <p:cond delay="650"/>
                                          </p:stCondLst>
                                        </p:cTn>
                                        <p:tgtEl>
                                          <p:spTgt spid="19"/>
                                        </p:tgtEl>
                                      </p:cBhvr>
                                      <p:to x="100000" y="60000"/>
                                    </p:animScale>
                                    <p:animScale>
                                      <p:cBhvr>
                                        <p:cTn id="48" dur="166" decel="50000">
                                          <p:stCondLst>
                                            <p:cond delay="676"/>
                                          </p:stCondLst>
                                        </p:cTn>
                                        <p:tgtEl>
                                          <p:spTgt spid="19"/>
                                        </p:tgtEl>
                                      </p:cBhvr>
                                      <p:to x="100000" y="100000"/>
                                    </p:animScale>
                                    <p:animScale>
                                      <p:cBhvr>
                                        <p:cTn id="49" dur="26">
                                          <p:stCondLst>
                                            <p:cond delay="1312"/>
                                          </p:stCondLst>
                                        </p:cTn>
                                        <p:tgtEl>
                                          <p:spTgt spid="19"/>
                                        </p:tgtEl>
                                      </p:cBhvr>
                                      <p:to x="100000" y="80000"/>
                                    </p:animScale>
                                    <p:animScale>
                                      <p:cBhvr>
                                        <p:cTn id="50" dur="166" decel="50000">
                                          <p:stCondLst>
                                            <p:cond delay="1338"/>
                                          </p:stCondLst>
                                        </p:cTn>
                                        <p:tgtEl>
                                          <p:spTgt spid="19"/>
                                        </p:tgtEl>
                                      </p:cBhvr>
                                      <p:to x="100000" y="100000"/>
                                    </p:animScale>
                                    <p:animScale>
                                      <p:cBhvr>
                                        <p:cTn id="51" dur="26">
                                          <p:stCondLst>
                                            <p:cond delay="1642"/>
                                          </p:stCondLst>
                                        </p:cTn>
                                        <p:tgtEl>
                                          <p:spTgt spid="19"/>
                                        </p:tgtEl>
                                      </p:cBhvr>
                                      <p:to x="100000" y="90000"/>
                                    </p:animScale>
                                    <p:animScale>
                                      <p:cBhvr>
                                        <p:cTn id="52" dur="166" decel="50000">
                                          <p:stCondLst>
                                            <p:cond delay="1668"/>
                                          </p:stCondLst>
                                        </p:cTn>
                                        <p:tgtEl>
                                          <p:spTgt spid="19"/>
                                        </p:tgtEl>
                                      </p:cBhvr>
                                      <p:to x="100000" y="100000"/>
                                    </p:animScale>
                                    <p:animScale>
                                      <p:cBhvr>
                                        <p:cTn id="53" dur="26">
                                          <p:stCondLst>
                                            <p:cond delay="1808"/>
                                          </p:stCondLst>
                                        </p:cTn>
                                        <p:tgtEl>
                                          <p:spTgt spid="19"/>
                                        </p:tgtEl>
                                      </p:cBhvr>
                                      <p:to x="100000" y="95000"/>
                                    </p:animScale>
                                    <p:animScale>
                                      <p:cBhvr>
                                        <p:cTn id="54" dur="166" decel="50000">
                                          <p:stCondLst>
                                            <p:cond delay="1834"/>
                                          </p:stCondLst>
                                        </p:cTn>
                                        <p:tgtEl>
                                          <p:spTgt spid="19"/>
                                        </p:tgtEl>
                                      </p:cBhvr>
                                      <p:to x="100000" y="100000"/>
                                    </p:animScale>
                                  </p:childTnLst>
                                </p:cTn>
                              </p:par>
                            </p:childTnLst>
                          </p:cTn>
                        </p:par>
                      </p:childTnLst>
                    </p:cTn>
                  </p:par>
                  <p:par>
                    <p:cTn id="55" fill="hold">
                      <p:stCondLst>
                        <p:cond delay="indefinite"/>
                      </p:stCondLst>
                      <p:childTnLst>
                        <p:par>
                          <p:cTn id="56" fill="hold">
                            <p:stCondLst>
                              <p:cond delay="0"/>
                            </p:stCondLst>
                            <p:childTnLst>
                              <p:par>
                                <p:cTn id="57" presetID="26" presetClass="entr" presetSubtype="0" fill="hold" grpId="0" nodeType="click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wipe(down)">
                                      <p:cBhvr>
                                        <p:cTn id="59" dur="580">
                                          <p:stCondLst>
                                            <p:cond delay="0"/>
                                          </p:stCondLst>
                                        </p:cTn>
                                        <p:tgtEl>
                                          <p:spTgt spid="2"/>
                                        </p:tgtEl>
                                      </p:cBhvr>
                                    </p:animEffect>
                                    <p:anim calcmode="lin" valueType="num">
                                      <p:cBhvr>
                                        <p:cTn id="60"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61"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62"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63"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64"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65" dur="26">
                                          <p:stCondLst>
                                            <p:cond delay="650"/>
                                          </p:stCondLst>
                                        </p:cTn>
                                        <p:tgtEl>
                                          <p:spTgt spid="2"/>
                                        </p:tgtEl>
                                      </p:cBhvr>
                                      <p:to x="100000" y="60000"/>
                                    </p:animScale>
                                    <p:animScale>
                                      <p:cBhvr>
                                        <p:cTn id="66" dur="166" decel="50000">
                                          <p:stCondLst>
                                            <p:cond delay="676"/>
                                          </p:stCondLst>
                                        </p:cTn>
                                        <p:tgtEl>
                                          <p:spTgt spid="2"/>
                                        </p:tgtEl>
                                      </p:cBhvr>
                                      <p:to x="100000" y="100000"/>
                                    </p:animScale>
                                    <p:animScale>
                                      <p:cBhvr>
                                        <p:cTn id="67" dur="26">
                                          <p:stCondLst>
                                            <p:cond delay="1312"/>
                                          </p:stCondLst>
                                        </p:cTn>
                                        <p:tgtEl>
                                          <p:spTgt spid="2"/>
                                        </p:tgtEl>
                                      </p:cBhvr>
                                      <p:to x="100000" y="80000"/>
                                    </p:animScale>
                                    <p:animScale>
                                      <p:cBhvr>
                                        <p:cTn id="68" dur="166" decel="50000">
                                          <p:stCondLst>
                                            <p:cond delay="1338"/>
                                          </p:stCondLst>
                                        </p:cTn>
                                        <p:tgtEl>
                                          <p:spTgt spid="2"/>
                                        </p:tgtEl>
                                      </p:cBhvr>
                                      <p:to x="100000" y="100000"/>
                                    </p:animScale>
                                    <p:animScale>
                                      <p:cBhvr>
                                        <p:cTn id="69" dur="26">
                                          <p:stCondLst>
                                            <p:cond delay="1642"/>
                                          </p:stCondLst>
                                        </p:cTn>
                                        <p:tgtEl>
                                          <p:spTgt spid="2"/>
                                        </p:tgtEl>
                                      </p:cBhvr>
                                      <p:to x="100000" y="90000"/>
                                    </p:animScale>
                                    <p:animScale>
                                      <p:cBhvr>
                                        <p:cTn id="70" dur="166" decel="50000">
                                          <p:stCondLst>
                                            <p:cond delay="1668"/>
                                          </p:stCondLst>
                                        </p:cTn>
                                        <p:tgtEl>
                                          <p:spTgt spid="2"/>
                                        </p:tgtEl>
                                      </p:cBhvr>
                                      <p:to x="100000" y="100000"/>
                                    </p:animScale>
                                    <p:animScale>
                                      <p:cBhvr>
                                        <p:cTn id="71" dur="26">
                                          <p:stCondLst>
                                            <p:cond delay="1808"/>
                                          </p:stCondLst>
                                        </p:cTn>
                                        <p:tgtEl>
                                          <p:spTgt spid="2"/>
                                        </p:tgtEl>
                                      </p:cBhvr>
                                      <p:to x="100000" y="95000"/>
                                    </p:animScale>
                                    <p:animScale>
                                      <p:cBhvr>
                                        <p:cTn id="72" dur="166" decel="50000">
                                          <p:stCondLst>
                                            <p:cond delay="1834"/>
                                          </p:stCondLst>
                                        </p:cTn>
                                        <p:tgtEl>
                                          <p:spTgt spid="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reeform 18"/>
          <p:cNvSpPr/>
          <p:nvPr/>
        </p:nvSpPr>
        <p:spPr>
          <a:xfrm rot="18870615">
            <a:off x="9110968" y="676300"/>
            <a:ext cx="4102675" cy="4129543"/>
          </a:xfrm>
          <a:custGeom>
            <a:avLst/>
            <a:gdLst>
              <a:gd name="connsiteX0" fmla="*/ 1127167 w 4572221"/>
              <a:gd name="connsiteY0" fmla="*/ 1346496 h 3911183"/>
              <a:gd name="connsiteX1" fmla="*/ 1698667 w 4572221"/>
              <a:gd name="connsiteY1" fmla="*/ 622596 h 3911183"/>
              <a:gd name="connsiteX2" fmla="*/ 2174917 w 4572221"/>
              <a:gd name="connsiteY2" fmla="*/ 12996 h 3911183"/>
              <a:gd name="connsiteX3" fmla="*/ 3175042 w 4572221"/>
              <a:gd name="connsiteY3" fmla="*/ 1213146 h 3911183"/>
              <a:gd name="connsiteX4" fmla="*/ 3470317 w 4572221"/>
              <a:gd name="connsiteY4" fmla="*/ 2137071 h 3911183"/>
              <a:gd name="connsiteX5" fmla="*/ 4546642 w 4572221"/>
              <a:gd name="connsiteY5" fmla="*/ 3518196 h 3911183"/>
              <a:gd name="connsiteX6" fmla="*/ 2260642 w 4572221"/>
              <a:gd name="connsiteY6" fmla="*/ 3861096 h 3911183"/>
              <a:gd name="connsiteX7" fmla="*/ 1527217 w 4572221"/>
              <a:gd name="connsiteY7" fmla="*/ 2622846 h 3911183"/>
              <a:gd name="connsiteX8" fmla="*/ 117517 w 4572221"/>
              <a:gd name="connsiteY8" fmla="*/ 2270421 h 3911183"/>
              <a:gd name="connsiteX9" fmla="*/ 193717 w 4572221"/>
              <a:gd name="connsiteY9" fmla="*/ 1422696 h 3911183"/>
              <a:gd name="connsiteX10" fmla="*/ 1127167 w 4572221"/>
              <a:gd name="connsiteY10" fmla="*/ 1346496 h 3911183"/>
              <a:gd name="connsiteX0" fmla="*/ 1607147 w 4595001"/>
              <a:gd name="connsiteY0" fmla="*/ 1260463 h 3910875"/>
              <a:gd name="connsiteX1" fmla="*/ 1721447 w 4595001"/>
              <a:gd name="connsiteY1" fmla="*/ 622288 h 3910875"/>
              <a:gd name="connsiteX2" fmla="*/ 2197697 w 4595001"/>
              <a:gd name="connsiteY2" fmla="*/ 12688 h 3910875"/>
              <a:gd name="connsiteX3" fmla="*/ 3197822 w 4595001"/>
              <a:gd name="connsiteY3" fmla="*/ 1212838 h 3910875"/>
              <a:gd name="connsiteX4" fmla="*/ 3493097 w 4595001"/>
              <a:gd name="connsiteY4" fmla="*/ 2136763 h 3910875"/>
              <a:gd name="connsiteX5" fmla="*/ 4569422 w 4595001"/>
              <a:gd name="connsiteY5" fmla="*/ 3517888 h 3910875"/>
              <a:gd name="connsiteX6" fmla="*/ 2283422 w 4595001"/>
              <a:gd name="connsiteY6" fmla="*/ 3860788 h 3910875"/>
              <a:gd name="connsiteX7" fmla="*/ 1549997 w 4595001"/>
              <a:gd name="connsiteY7" fmla="*/ 2622538 h 3910875"/>
              <a:gd name="connsiteX8" fmla="*/ 140297 w 4595001"/>
              <a:gd name="connsiteY8" fmla="*/ 2270113 h 3910875"/>
              <a:gd name="connsiteX9" fmla="*/ 216497 w 4595001"/>
              <a:gd name="connsiteY9" fmla="*/ 1422388 h 3910875"/>
              <a:gd name="connsiteX10" fmla="*/ 1607147 w 4595001"/>
              <a:gd name="connsiteY10" fmla="*/ 1260463 h 3910875"/>
              <a:gd name="connsiteX0" fmla="*/ 1657308 w 4597537"/>
              <a:gd name="connsiteY0" fmla="*/ 1040657 h 3910144"/>
              <a:gd name="connsiteX1" fmla="*/ 1723983 w 4597537"/>
              <a:gd name="connsiteY1" fmla="*/ 621557 h 3910144"/>
              <a:gd name="connsiteX2" fmla="*/ 2200233 w 4597537"/>
              <a:gd name="connsiteY2" fmla="*/ 11957 h 3910144"/>
              <a:gd name="connsiteX3" fmla="*/ 3200358 w 4597537"/>
              <a:gd name="connsiteY3" fmla="*/ 1212107 h 3910144"/>
              <a:gd name="connsiteX4" fmla="*/ 3495633 w 4597537"/>
              <a:gd name="connsiteY4" fmla="*/ 2136032 h 3910144"/>
              <a:gd name="connsiteX5" fmla="*/ 4571958 w 4597537"/>
              <a:gd name="connsiteY5" fmla="*/ 3517157 h 3910144"/>
              <a:gd name="connsiteX6" fmla="*/ 2285958 w 4597537"/>
              <a:gd name="connsiteY6" fmla="*/ 3860057 h 3910144"/>
              <a:gd name="connsiteX7" fmla="*/ 1552533 w 4597537"/>
              <a:gd name="connsiteY7" fmla="*/ 2621807 h 3910144"/>
              <a:gd name="connsiteX8" fmla="*/ 142833 w 4597537"/>
              <a:gd name="connsiteY8" fmla="*/ 2269382 h 3910144"/>
              <a:gd name="connsiteX9" fmla="*/ 219033 w 4597537"/>
              <a:gd name="connsiteY9" fmla="*/ 1421657 h 3910144"/>
              <a:gd name="connsiteX10" fmla="*/ 1657308 w 4597537"/>
              <a:gd name="connsiteY10" fmla="*/ 1040657 h 3910144"/>
              <a:gd name="connsiteX0" fmla="*/ 1657308 w 4597537"/>
              <a:gd name="connsiteY0" fmla="*/ 1050027 h 3919514"/>
              <a:gd name="connsiteX1" fmla="*/ 1723983 w 4597537"/>
              <a:gd name="connsiteY1" fmla="*/ 630927 h 3919514"/>
              <a:gd name="connsiteX2" fmla="*/ 2571708 w 4597537"/>
              <a:gd name="connsiteY2" fmla="*/ 11802 h 3919514"/>
              <a:gd name="connsiteX3" fmla="*/ 3200358 w 4597537"/>
              <a:gd name="connsiteY3" fmla="*/ 1221477 h 3919514"/>
              <a:gd name="connsiteX4" fmla="*/ 3495633 w 4597537"/>
              <a:gd name="connsiteY4" fmla="*/ 2145402 h 3919514"/>
              <a:gd name="connsiteX5" fmla="*/ 4571958 w 4597537"/>
              <a:gd name="connsiteY5" fmla="*/ 3526527 h 3919514"/>
              <a:gd name="connsiteX6" fmla="*/ 2285958 w 4597537"/>
              <a:gd name="connsiteY6" fmla="*/ 3869427 h 3919514"/>
              <a:gd name="connsiteX7" fmla="*/ 1552533 w 4597537"/>
              <a:gd name="connsiteY7" fmla="*/ 2631177 h 3919514"/>
              <a:gd name="connsiteX8" fmla="*/ 142833 w 4597537"/>
              <a:gd name="connsiteY8" fmla="*/ 2278752 h 3919514"/>
              <a:gd name="connsiteX9" fmla="*/ 219033 w 4597537"/>
              <a:gd name="connsiteY9" fmla="*/ 1431027 h 3919514"/>
              <a:gd name="connsiteX10" fmla="*/ 1657308 w 4597537"/>
              <a:gd name="connsiteY10" fmla="*/ 1050027 h 3919514"/>
              <a:gd name="connsiteX0" fmla="*/ 1657308 w 4597537"/>
              <a:gd name="connsiteY0" fmla="*/ 1091706 h 3961193"/>
              <a:gd name="connsiteX1" fmla="*/ 1781133 w 4597537"/>
              <a:gd name="connsiteY1" fmla="*/ 301131 h 3961193"/>
              <a:gd name="connsiteX2" fmla="*/ 2571708 w 4597537"/>
              <a:gd name="connsiteY2" fmla="*/ 53481 h 3961193"/>
              <a:gd name="connsiteX3" fmla="*/ 3200358 w 4597537"/>
              <a:gd name="connsiteY3" fmla="*/ 1263156 h 3961193"/>
              <a:gd name="connsiteX4" fmla="*/ 3495633 w 4597537"/>
              <a:gd name="connsiteY4" fmla="*/ 2187081 h 3961193"/>
              <a:gd name="connsiteX5" fmla="*/ 4571958 w 4597537"/>
              <a:gd name="connsiteY5" fmla="*/ 3568206 h 3961193"/>
              <a:gd name="connsiteX6" fmla="*/ 2285958 w 4597537"/>
              <a:gd name="connsiteY6" fmla="*/ 3911106 h 3961193"/>
              <a:gd name="connsiteX7" fmla="*/ 1552533 w 4597537"/>
              <a:gd name="connsiteY7" fmla="*/ 2672856 h 3961193"/>
              <a:gd name="connsiteX8" fmla="*/ 142833 w 4597537"/>
              <a:gd name="connsiteY8" fmla="*/ 2320431 h 3961193"/>
              <a:gd name="connsiteX9" fmla="*/ 219033 w 4597537"/>
              <a:gd name="connsiteY9" fmla="*/ 1472706 h 3961193"/>
              <a:gd name="connsiteX10" fmla="*/ 1657308 w 4597537"/>
              <a:gd name="connsiteY10" fmla="*/ 1091706 h 3961193"/>
              <a:gd name="connsiteX0" fmla="*/ 1657308 w 4597636"/>
              <a:gd name="connsiteY0" fmla="*/ 1058507 h 3927994"/>
              <a:gd name="connsiteX1" fmla="*/ 1781133 w 4597636"/>
              <a:gd name="connsiteY1" fmla="*/ 267932 h 3927994"/>
              <a:gd name="connsiteX2" fmla="*/ 2571708 w 4597636"/>
              <a:gd name="connsiteY2" fmla="*/ 20282 h 3927994"/>
              <a:gd name="connsiteX3" fmla="*/ 3171783 w 4597636"/>
              <a:gd name="connsiteY3" fmla="*/ 725132 h 3927994"/>
              <a:gd name="connsiteX4" fmla="*/ 3495633 w 4597636"/>
              <a:gd name="connsiteY4" fmla="*/ 2153882 h 3927994"/>
              <a:gd name="connsiteX5" fmla="*/ 4571958 w 4597636"/>
              <a:gd name="connsiteY5" fmla="*/ 3535007 h 3927994"/>
              <a:gd name="connsiteX6" fmla="*/ 2285958 w 4597636"/>
              <a:gd name="connsiteY6" fmla="*/ 3877907 h 3927994"/>
              <a:gd name="connsiteX7" fmla="*/ 1552533 w 4597636"/>
              <a:gd name="connsiteY7" fmla="*/ 2639657 h 3927994"/>
              <a:gd name="connsiteX8" fmla="*/ 142833 w 4597636"/>
              <a:gd name="connsiteY8" fmla="*/ 2287232 h 3927994"/>
              <a:gd name="connsiteX9" fmla="*/ 219033 w 4597636"/>
              <a:gd name="connsiteY9" fmla="*/ 1439507 h 3927994"/>
              <a:gd name="connsiteX10" fmla="*/ 1657308 w 4597636"/>
              <a:gd name="connsiteY10" fmla="*/ 1058507 h 3927994"/>
              <a:gd name="connsiteX0" fmla="*/ 1657308 w 3688229"/>
              <a:gd name="connsiteY0" fmla="*/ 1058507 h 3887291"/>
              <a:gd name="connsiteX1" fmla="*/ 1781133 w 3688229"/>
              <a:gd name="connsiteY1" fmla="*/ 267932 h 3887291"/>
              <a:gd name="connsiteX2" fmla="*/ 2571708 w 3688229"/>
              <a:gd name="connsiteY2" fmla="*/ 20282 h 3887291"/>
              <a:gd name="connsiteX3" fmla="*/ 3171783 w 3688229"/>
              <a:gd name="connsiteY3" fmla="*/ 725132 h 3887291"/>
              <a:gd name="connsiteX4" fmla="*/ 3495633 w 3688229"/>
              <a:gd name="connsiteY4" fmla="*/ 2153882 h 3887291"/>
              <a:gd name="connsiteX5" fmla="*/ 3609933 w 3688229"/>
              <a:gd name="connsiteY5" fmla="*/ 3154007 h 3887291"/>
              <a:gd name="connsiteX6" fmla="*/ 2285958 w 3688229"/>
              <a:gd name="connsiteY6" fmla="*/ 3877907 h 3887291"/>
              <a:gd name="connsiteX7" fmla="*/ 1552533 w 3688229"/>
              <a:gd name="connsiteY7" fmla="*/ 2639657 h 3887291"/>
              <a:gd name="connsiteX8" fmla="*/ 142833 w 3688229"/>
              <a:gd name="connsiteY8" fmla="*/ 2287232 h 3887291"/>
              <a:gd name="connsiteX9" fmla="*/ 219033 w 3688229"/>
              <a:gd name="connsiteY9" fmla="*/ 1439507 h 3887291"/>
              <a:gd name="connsiteX10" fmla="*/ 1657308 w 3688229"/>
              <a:gd name="connsiteY10" fmla="*/ 1058507 h 3887291"/>
              <a:gd name="connsiteX0" fmla="*/ 1657308 w 3830182"/>
              <a:gd name="connsiteY0" fmla="*/ 1058507 h 3887753"/>
              <a:gd name="connsiteX1" fmla="*/ 1781133 w 3830182"/>
              <a:gd name="connsiteY1" fmla="*/ 267932 h 3887753"/>
              <a:gd name="connsiteX2" fmla="*/ 2571708 w 3830182"/>
              <a:gd name="connsiteY2" fmla="*/ 20282 h 3887753"/>
              <a:gd name="connsiteX3" fmla="*/ 3171783 w 3830182"/>
              <a:gd name="connsiteY3" fmla="*/ 725132 h 3887753"/>
              <a:gd name="connsiteX4" fmla="*/ 3495633 w 3830182"/>
              <a:gd name="connsiteY4" fmla="*/ 2153882 h 3887753"/>
              <a:gd name="connsiteX5" fmla="*/ 3771858 w 3830182"/>
              <a:gd name="connsiteY5" fmla="*/ 3163532 h 3887753"/>
              <a:gd name="connsiteX6" fmla="*/ 2285958 w 3830182"/>
              <a:gd name="connsiteY6" fmla="*/ 3877907 h 3887753"/>
              <a:gd name="connsiteX7" fmla="*/ 1552533 w 3830182"/>
              <a:gd name="connsiteY7" fmla="*/ 2639657 h 3887753"/>
              <a:gd name="connsiteX8" fmla="*/ 142833 w 3830182"/>
              <a:gd name="connsiteY8" fmla="*/ 2287232 h 3887753"/>
              <a:gd name="connsiteX9" fmla="*/ 219033 w 3830182"/>
              <a:gd name="connsiteY9" fmla="*/ 1439507 h 3887753"/>
              <a:gd name="connsiteX10" fmla="*/ 1657308 w 3830182"/>
              <a:gd name="connsiteY10" fmla="*/ 1058507 h 3887753"/>
              <a:gd name="connsiteX0" fmla="*/ 1657308 w 3831418"/>
              <a:gd name="connsiteY0" fmla="*/ 1058507 h 3373663"/>
              <a:gd name="connsiteX1" fmla="*/ 1781133 w 3831418"/>
              <a:gd name="connsiteY1" fmla="*/ 267932 h 3373663"/>
              <a:gd name="connsiteX2" fmla="*/ 2571708 w 3831418"/>
              <a:gd name="connsiteY2" fmla="*/ 20282 h 3373663"/>
              <a:gd name="connsiteX3" fmla="*/ 3171783 w 3831418"/>
              <a:gd name="connsiteY3" fmla="*/ 725132 h 3373663"/>
              <a:gd name="connsiteX4" fmla="*/ 3495633 w 3831418"/>
              <a:gd name="connsiteY4" fmla="*/ 2153882 h 3373663"/>
              <a:gd name="connsiteX5" fmla="*/ 3771858 w 3831418"/>
              <a:gd name="connsiteY5" fmla="*/ 3163532 h 3373663"/>
              <a:gd name="connsiteX6" fmla="*/ 2266908 w 3831418"/>
              <a:gd name="connsiteY6" fmla="*/ 3334982 h 3373663"/>
              <a:gd name="connsiteX7" fmla="*/ 1552533 w 3831418"/>
              <a:gd name="connsiteY7" fmla="*/ 2639657 h 3373663"/>
              <a:gd name="connsiteX8" fmla="*/ 142833 w 3831418"/>
              <a:gd name="connsiteY8" fmla="*/ 2287232 h 3373663"/>
              <a:gd name="connsiteX9" fmla="*/ 219033 w 3831418"/>
              <a:gd name="connsiteY9" fmla="*/ 1439507 h 3373663"/>
              <a:gd name="connsiteX10" fmla="*/ 1657308 w 3831418"/>
              <a:gd name="connsiteY10" fmla="*/ 1058507 h 3373663"/>
              <a:gd name="connsiteX0" fmla="*/ 1657308 w 3805240"/>
              <a:gd name="connsiteY0" fmla="*/ 1058507 h 3654625"/>
              <a:gd name="connsiteX1" fmla="*/ 1781133 w 3805240"/>
              <a:gd name="connsiteY1" fmla="*/ 267932 h 3654625"/>
              <a:gd name="connsiteX2" fmla="*/ 2571708 w 3805240"/>
              <a:gd name="connsiteY2" fmla="*/ 20282 h 3654625"/>
              <a:gd name="connsiteX3" fmla="*/ 3171783 w 3805240"/>
              <a:gd name="connsiteY3" fmla="*/ 725132 h 3654625"/>
              <a:gd name="connsiteX4" fmla="*/ 3495633 w 3805240"/>
              <a:gd name="connsiteY4" fmla="*/ 2153882 h 3654625"/>
              <a:gd name="connsiteX5" fmla="*/ 3771858 w 3805240"/>
              <a:gd name="connsiteY5" fmla="*/ 3163532 h 3654625"/>
              <a:gd name="connsiteX6" fmla="*/ 2686008 w 3805240"/>
              <a:gd name="connsiteY6" fmla="*/ 3639782 h 3654625"/>
              <a:gd name="connsiteX7" fmla="*/ 1552533 w 3805240"/>
              <a:gd name="connsiteY7" fmla="*/ 2639657 h 3654625"/>
              <a:gd name="connsiteX8" fmla="*/ 142833 w 3805240"/>
              <a:gd name="connsiteY8" fmla="*/ 2287232 h 3654625"/>
              <a:gd name="connsiteX9" fmla="*/ 219033 w 3805240"/>
              <a:gd name="connsiteY9" fmla="*/ 1439507 h 3654625"/>
              <a:gd name="connsiteX10" fmla="*/ 1657308 w 3805240"/>
              <a:gd name="connsiteY10" fmla="*/ 1058507 h 3654625"/>
              <a:gd name="connsiteX0" fmla="*/ 1657308 w 3805240"/>
              <a:gd name="connsiteY0" fmla="*/ 1058507 h 3643991"/>
              <a:gd name="connsiteX1" fmla="*/ 1781133 w 3805240"/>
              <a:gd name="connsiteY1" fmla="*/ 267932 h 3643991"/>
              <a:gd name="connsiteX2" fmla="*/ 2571708 w 3805240"/>
              <a:gd name="connsiteY2" fmla="*/ 20282 h 3643991"/>
              <a:gd name="connsiteX3" fmla="*/ 3171783 w 3805240"/>
              <a:gd name="connsiteY3" fmla="*/ 725132 h 3643991"/>
              <a:gd name="connsiteX4" fmla="*/ 3495633 w 3805240"/>
              <a:gd name="connsiteY4" fmla="*/ 2153882 h 3643991"/>
              <a:gd name="connsiteX5" fmla="*/ 3771858 w 3805240"/>
              <a:gd name="connsiteY5" fmla="*/ 3163532 h 3643991"/>
              <a:gd name="connsiteX6" fmla="*/ 2686008 w 3805240"/>
              <a:gd name="connsiteY6" fmla="*/ 3639782 h 3643991"/>
              <a:gd name="connsiteX7" fmla="*/ 1847808 w 3805240"/>
              <a:gd name="connsiteY7" fmla="*/ 2915882 h 3643991"/>
              <a:gd name="connsiteX8" fmla="*/ 142833 w 3805240"/>
              <a:gd name="connsiteY8" fmla="*/ 2287232 h 3643991"/>
              <a:gd name="connsiteX9" fmla="*/ 219033 w 3805240"/>
              <a:gd name="connsiteY9" fmla="*/ 1439507 h 3643991"/>
              <a:gd name="connsiteX10" fmla="*/ 1657308 w 3805240"/>
              <a:gd name="connsiteY10" fmla="*/ 1058507 h 3643991"/>
              <a:gd name="connsiteX0" fmla="*/ 1487674 w 3635606"/>
              <a:gd name="connsiteY0" fmla="*/ 1058507 h 3643991"/>
              <a:gd name="connsiteX1" fmla="*/ 1611499 w 3635606"/>
              <a:gd name="connsiteY1" fmla="*/ 267932 h 3643991"/>
              <a:gd name="connsiteX2" fmla="*/ 2402074 w 3635606"/>
              <a:gd name="connsiteY2" fmla="*/ 20282 h 3643991"/>
              <a:gd name="connsiteX3" fmla="*/ 3002149 w 3635606"/>
              <a:gd name="connsiteY3" fmla="*/ 725132 h 3643991"/>
              <a:gd name="connsiteX4" fmla="*/ 3325999 w 3635606"/>
              <a:gd name="connsiteY4" fmla="*/ 2153882 h 3643991"/>
              <a:gd name="connsiteX5" fmla="*/ 3602224 w 3635606"/>
              <a:gd name="connsiteY5" fmla="*/ 3163532 h 3643991"/>
              <a:gd name="connsiteX6" fmla="*/ 2516374 w 3635606"/>
              <a:gd name="connsiteY6" fmla="*/ 3639782 h 3643991"/>
              <a:gd name="connsiteX7" fmla="*/ 1678174 w 3635606"/>
              <a:gd name="connsiteY7" fmla="*/ 2915882 h 3643991"/>
              <a:gd name="connsiteX8" fmla="*/ 430399 w 3635606"/>
              <a:gd name="connsiteY8" fmla="*/ 2315807 h 3643991"/>
              <a:gd name="connsiteX9" fmla="*/ 49399 w 3635606"/>
              <a:gd name="connsiteY9" fmla="*/ 1439507 h 3643991"/>
              <a:gd name="connsiteX10" fmla="*/ 1487674 w 3635606"/>
              <a:gd name="connsiteY10" fmla="*/ 1058507 h 3643991"/>
              <a:gd name="connsiteX0" fmla="*/ 1453304 w 3601236"/>
              <a:gd name="connsiteY0" fmla="*/ 1058507 h 3643991"/>
              <a:gd name="connsiteX1" fmla="*/ 1577129 w 3601236"/>
              <a:gd name="connsiteY1" fmla="*/ 267932 h 3643991"/>
              <a:gd name="connsiteX2" fmla="*/ 2367704 w 3601236"/>
              <a:gd name="connsiteY2" fmla="*/ 20282 h 3643991"/>
              <a:gd name="connsiteX3" fmla="*/ 2967779 w 3601236"/>
              <a:gd name="connsiteY3" fmla="*/ 725132 h 3643991"/>
              <a:gd name="connsiteX4" fmla="*/ 3291629 w 3601236"/>
              <a:gd name="connsiteY4" fmla="*/ 2153882 h 3643991"/>
              <a:gd name="connsiteX5" fmla="*/ 3567854 w 3601236"/>
              <a:gd name="connsiteY5" fmla="*/ 3163532 h 3643991"/>
              <a:gd name="connsiteX6" fmla="*/ 2482004 w 3601236"/>
              <a:gd name="connsiteY6" fmla="*/ 3639782 h 3643991"/>
              <a:gd name="connsiteX7" fmla="*/ 1643804 w 3601236"/>
              <a:gd name="connsiteY7" fmla="*/ 2915882 h 3643991"/>
              <a:gd name="connsiteX8" fmla="*/ 738929 w 3601236"/>
              <a:gd name="connsiteY8" fmla="*/ 2534882 h 3643991"/>
              <a:gd name="connsiteX9" fmla="*/ 15029 w 3601236"/>
              <a:gd name="connsiteY9" fmla="*/ 1439507 h 3643991"/>
              <a:gd name="connsiteX10" fmla="*/ 1453304 w 3601236"/>
              <a:gd name="connsiteY10" fmla="*/ 1058507 h 3643991"/>
              <a:gd name="connsiteX0" fmla="*/ 1240809 w 3388741"/>
              <a:gd name="connsiteY0" fmla="*/ 1058507 h 3643991"/>
              <a:gd name="connsiteX1" fmla="*/ 1364634 w 3388741"/>
              <a:gd name="connsiteY1" fmla="*/ 267932 h 3643991"/>
              <a:gd name="connsiteX2" fmla="*/ 2155209 w 3388741"/>
              <a:gd name="connsiteY2" fmla="*/ 20282 h 3643991"/>
              <a:gd name="connsiteX3" fmla="*/ 2755284 w 3388741"/>
              <a:gd name="connsiteY3" fmla="*/ 725132 h 3643991"/>
              <a:gd name="connsiteX4" fmla="*/ 3079134 w 3388741"/>
              <a:gd name="connsiteY4" fmla="*/ 2153882 h 3643991"/>
              <a:gd name="connsiteX5" fmla="*/ 3355359 w 3388741"/>
              <a:gd name="connsiteY5" fmla="*/ 3163532 h 3643991"/>
              <a:gd name="connsiteX6" fmla="*/ 2269509 w 3388741"/>
              <a:gd name="connsiteY6" fmla="*/ 3639782 h 3643991"/>
              <a:gd name="connsiteX7" fmla="*/ 1431309 w 3388741"/>
              <a:gd name="connsiteY7" fmla="*/ 2915882 h 3643991"/>
              <a:gd name="connsiteX8" fmla="*/ 526434 w 3388741"/>
              <a:gd name="connsiteY8" fmla="*/ 2534882 h 3643991"/>
              <a:gd name="connsiteX9" fmla="*/ 21609 w 3388741"/>
              <a:gd name="connsiteY9" fmla="*/ 1487132 h 3643991"/>
              <a:gd name="connsiteX10" fmla="*/ 1240809 w 3388741"/>
              <a:gd name="connsiteY10" fmla="*/ 1058507 h 3643991"/>
              <a:gd name="connsiteX0" fmla="*/ 1220853 w 3387835"/>
              <a:gd name="connsiteY0" fmla="*/ 990954 h 3643113"/>
              <a:gd name="connsiteX1" fmla="*/ 1363728 w 3387835"/>
              <a:gd name="connsiteY1" fmla="*/ 267054 h 3643113"/>
              <a:gd name="connsiteX2" fmla="*/ 2154303 w 3387835"/>
              <a:gd name="connsiteY2" fmla="*/ 19404 h 3643113"/>
              <a:gd name="connsiteX3" fmla="*/ 2754378 w 3387835"/>
              <a:gd name="connsiteY3" fmla="*/ 724254 h 3643113"/>
              <a:gd name="connsiteX4" fmla="*/ 3078228 w 3387835"/>
              <a:gd name="connsiteY4" fmla="*/ 2153004 h 3643113"/>
              <a:gd name="connsiteX5" fmla="*/ 3354453 w 3387835"/>
              <a:gd name="connsiteY5" fmla="*/ 3162654 h 3643113"/>
              <a:gd name="connsiteX6" fmla="*/ 2268603 w 3387835"/>
              <a:gd name="connsiteY6" fmla="*/ 3638904 h 3643113"/>
              <a:gd name="connsiteX7" fmla="*/ 1430403 w 3387835"/>
              <a:gd name="connsiteY7" fmla="*/ 2915004 h 3643113"/>
              <a:gd name="connsiteX8" fmla="*/ 525528 w 3387835"/>
              <a:gd name="connsiteY8" fmla="*/ 2534004 h 3643113"/>
              <a:gd name="connsiteX9" fmla="*/ 20703 w 3387835"/>
              <a:gd name="connsiteY9" fmla="*/ 1486254 h 3643113"/>
              <a:gd name="connsiteX10" fmla="*/ 1220853 w 3387835"/>
              <a:gd name="connsiteY10" fmla="*/ 990954 h 3643113"/>
              <a:gd name="connsiteX0" fmla="*/ 1220853 w 3387835"/>
              <a:gd name="connsiteY0" fmla="*/ 998898 h 3651057"/>
              <a:gd name="connsiteX1" fmla="*/ 1373253 w 3387835"/>
              <a:gd name="connsiteY1" fmla="*/ 227373 h 3651057"/>
              <a:gd name="connsiteX2" fmla="*/ 2154303 w 3387835"/>
              <a:gd name="connsiteY2" fmla="*/ 27348 h 3651057"/>
              <a:gd name="connsiteX3" fmla="*/ 2754378 w 3387835"/>
              <a:gd name="connsiteY3" fmla="*/ 732198 h 3651057"/>
              <a:gd name="connsiteX4" fmla="*/ 3078228 w 3387835"/>
              <a:gd name="connsiteY4" fmla="*/ 2160948 h 3651057"/>
              <a:gd name="connsiteX5" fmla="*/ 3354453 w 3387835"/>
              <a:gd name="connsiteY5" fmla="*/ 3170598 h 3651057"/>
              <a:gd name="connsiteX6" fmla="*/ 2268603 w 3387835"/>
              <a:gd name="connsiteY6" fmla="*/ 3646848 h 3651057"/>
              <a:gd name="connsiteX7" fmla="*/ 1430403 w 3387835"/>
              <a:gd name="connsiteY7" fmla="*/ 2922948 h 3651057"/>
              <a:gd name="connsiteX8" fmla="*/ 525528 w 3387835"/>
              <a:gd name="connsiteY8" fmla="*/ 2541948 h 3651057"/>
              <a:gd name="connsiteX9" fmla="*/ 20703 w 3387835"/>
              <a:gd name="connsiteY9" fmla="*/ 1494198 h 3651057"/>
              <a:gd name="connsiteX10" fmla="*/ 1220853 w 3387835"/>
              <a:gd name="connsiteY10" fmla="*/ 998898 h 3651057"/>
              <a:gd name="connsiteX0" fmla="*/ 1193534 w 3360516"/>
              <a:gd name="connsiteY0" fmla="*/ 998898 h 3651057"/>
              <a:gd name="connsiteX1" fmla="*/ 1345934 w 3360516"/>
              <a:gd name="connsiteY1" fmla="*/ 227373 h 3651057"/>
              <a:gd name="connsiteX2" fmla="*/ 2126984 w 3360516"/>
              <a:gd name="connsiteY2" fmla="*/ 27348 h 3651057"/>
              <a:gd name="connsiteX3" fmla="*/ 2727059 w 3360516"/>
              <a:gd name="connsiteY3" fmla="*/ 732198 h 3651057"/>
              <a:gd name="connsiteX4" fmla="*/ 3050909 w 3360516"/>
              <a:gd name="connsiteY4" fmla="*/ 2160948 h 3651057"/>
              <a:gd name="connsiteX5" fmla="*/ 3327134 w 3360516"/>
              <a:gd name="connsiteY5" fmla="*/ 3170598 h 3651057"/>
              <a:gd name="connsiteX6" fmla="*/ 2241284 w 3360516"/>
              <a:gd name="connsiteY6" fmla="*/ 3646848 h 3651057"/>
              <a:gd name="connsiteX7" fmla="*/ 1403084 w 3360516"/>
              <a:gd name="connsiteY7" fmla="*/ 2922948 h 3651057"/>
              <a:gd name="connsiteX8" fmla="*/ 498209 w 3360516"/>
              <a:gd name="connsiteY8" fmla="*/ 2541948 h 3651057"/>
              <a:gd name="connsiteX9" fmla="*/ 21959 w 3360516"/>
              <a:gd name="connsiteY9" fmla="*/ 1532298 h 3651057"/>
              <a:gd name="connsiteX10" fmla="*/ 1193534 w 3360516"/>
              <a:gd name="connsiteY10" fmla="*/ 998898 h 3651057"/>
              <a:gd name="connsiteX0" fmla="*/ 1225225 w 3392207"/>
              <a:gd name="connsiteY0" fmla="*/ 998898 h 3651057"/>
              <a:gd name="connsiteX1" fmla="*/ 1377625 w 3392207"/>
              <a:gd name="connsiteY1" fmla="*/ 227373 h 3651057"/>
              <a:gd name="connsiteX2" fmla="*/ 2158675 w 3392207"/>
              <a:gd name="connsiteY2" fmla="*/ 27348 h 3651057"/>
              <a:gd name="connsiteX3" fmla="*/ 2758750 w 3392207"/>
              <a:gd name="connsiteY3" fmla="*/ 732198 h 3651057"/>
              <a:gd name="connsiteX4" fmla="*/ 3082600 w 3392207"/>
              <a:gd name="connsiteY4" fmla="*/ 2160948 h 3651057"/>
              <a:gd name="connsiteX5" fmla="*/ 3358825 w 3392207"/>
              <a:gd name="connsiteY5" fmla="*/ 3170598 h 3651057"/>
              <a:gd name="connsiteX6" fmla="*/ 2272975 w 3392207"/>
              <a:gd name="connsiteY6" fmla="*/ 3646848 h 3651057"/>
              <a:gd name="connsiteX7" fmla="*/ 1434775 w 3392207"/>
              <a:gd name="connsiteY7" fmla="*/ 2922948 h 3651057"/>
              <a:gd name="connsiteX8" fmla="*/ 529900 w 3392207"/>
              <a:gd name="connsiteY8" fmla="*/ 2541948 h 3651057"/>
              <a:gd name="connsiteX9" fmla="*/ 53650 w 3392207"/>
              <a:gd name="connsiteY9" fmla="*/ 1532298 h 3651057"/>
              <a:gd name="connsiteX10" fmla="*/ 1225225 w 3392207"/>
              <a:gd name="connsiteY10" fmla="*/ 998898 h 3651057"/>
              <a:gd name="connsiteX0" fmla="*/ 1225225 w 3392207"/>
              <a:gd name="connsiteY0" fmla="*/ 998898 h 3651057"/>
              <a:gd name="connsiteX1" fmla="*/ 1377625 w 3392207"/>
              <a:gd name="connsiteY1" fmla="*/ 227373 h 3651057"/>
              <a:gd name="connsiteX2" fmla="*/ 2158675 w 3392207"/>
              <a:gd name="connsiteY2" fmla="*/ 27348 h 3651057"/>
              <a:gd name="connsiteX3" fmla="*/ 2758750 w 3392207"/>
              <a:gd name="connsiteY3" fmla="*/ 732198 h 3651057"/>
              <a:gd name="connsiteX4" fmla="*/ 3082600 w 3392207"/>
              <a:gd name="connsiteY4" fmla="*/ 2160948 h 3651057"/>
              <a:gd name="connsiteX5" fmla="*/ 3358825 w 3392207"/>
              <a:gd name="connsiteY5" fmla="*/ 3170598 h 3651057"/>
              <a:gd name="connsiteX6" fmla="*/ 2272975 w 3392207"/>
              <a:gd name="connsiteY6" fmla="*/ 3646848 h 3651057"/>
              <a:gd name="connsiteX7" fmla="*/ 1434775 w 3392207"/>
              <a:gd name="connsiteY7" fmla="*/ 2922948 h 3651057"/>
              <a:gd name="connsiteX8" fmla="*/ 529900 w 3392207"/>
              <a:gd name="connsiteY8" fmla="*/ 2541948 h 3651057"/>
              <a:gd name="connsiteX9" fmla="*/ 53650 w 3392207"/>
              <a:gd name="connsiteY9" fmla="*/ 1532298 h 3651057"/>
              <a:gd name="connsiteX10" fmla="*/ 1225225 w 3392207"/>
              <a:gd name="connsiteY10" fmla="*/ 998898 h 3651057"/>
              <a:gd name="connsiteX0" fmla="*/ 1225225 w 3392207"/>
              <a:gd name="connsiteY0" fmla="*/ 998898 h 3650503"/>
              <a:gd name="connsiteX1" fmla="*/ 1377625 w 3392207"/>
              <a:gd name="connsiteY1" fmla="*/ 227373 h 3650503"/>
              <a:gd name="connsiteX2" fmla="*/ 2158675 w 3392207"/>
              <a:gd name="connsiteY2" fmla="*/ 27348 h 3650503"/>
              <a:gd name="connsiteX3" fmla="*/ 2758750 w 3392207"/>
              <a:gd name="connsiteY3" fmla="*/ 732198 h 3650503"/>
              <a:gd name="connsiteX4" fmla="*/ 3082600 w 3392207"/>
              <a:gd name="connsiteY4" fmla="*/ 2160948 h 3650503"/>
              <a:gd name="connsiteX5" fmla="*/ 3358825 w 3392207"/>
              <a:gd name="connsiteY5" fmla="*/ 3170598 h 3650503"/>
              <a:gd name="connsiteX6" fmla="*/ 2272975 w 3392207"/>
              <a:gd name="connsiteY6" fmla="*/ 3646848 h 3650503"/>
              <a:gd name="connsiteX7" fmla="*/ 1368100 w 3392207"/>
              <a:gd name="connsiteY7" fmla="*/ 2941998 h 3650503"/>
              <a:gd name="connsiteX8" fmla="*/ 529900 w 3392207"/>
              <a:gd name="connsiteY8" fmla="*/ 2541948 h 3650503"/>
              <a:gd name="connsiteX9" fmla="*/ 53650 w 3392207"/>
              <a:gd name="connsiteY9" fmla="*/ 1532298 h 3650503"/>
              <a:gd name="connsiteX10" fmla="*/ 1225225 w 3392207"/>
              <a:gd name="connsiteY10" fmla="*/ 998898 h 3650503"/>
              <a:gd name="connsiteX0" fmla="*/ 1187895 w 3354877"/>
              <a:gd name="connsiteY0" fmla="*/ 998898 h 3650503"/>
              <a:gd name="connsiteX1" fmla="*/ 1340295 w 3354877"/>
              <a:gd name="connsiteY1" fmla="*/ 227373 h 3650503"/>
              <a:gd name="connsiteX2" fmla="*/ 2121345 w 3354877"/>
              <a:gd name="connsiteY2" fmla="*/ 27348 h 3650503"/>
              <a:gd name="connsiteX3" fmla="*/ 2721420 w 3354877"/>
              <a:gd name="connsiteY3" fmla="*/ 732198 h 3650503"/>
              <a:gd name="connsiteX4" fmla="*/ 3045270 w 3354877"/>
              <a:gd name="connsiteY4" fmla="*/ 2160948 h 3650503"/>
              <a:gd name="connsiteX5" fmla="*/ 3321495 w 3354877"/>
              <a:gd name="connsiteY5" fmla="*/ 3170598 h 3650503"/>
              <a:gd name="connsiteX6" fmla="*/ 2235645 w 3354877"/>
              <a:gd name="connsiteY6" fmla="*/ 3646848 h 3650503"/>
              <a:gd name="connsiteX7" fmla="*/ 1330770 w 3354877"/>
              <a:gd name="connsiteY7" fmla="*/ 2941998 h 3650503"/>
              <a:gd name="connsiteX8" fmla="*/ 559245 w 3354877"/>
              <a:gd name="connsiteY8" fmla="*/ 2408598 h 3650503"/>
              <a:gd name="connsiteX9" fmla="*/ 16320 w 3354877"/>
              <a:gd name="connsiteY9" fmla="*/ 1532298 h 3650503"/>
              <a:gd name="connsiteX10" fmla="*/ 1187895 w 3354877"/>
              <a:gd name="connsiteY10" fmla="*/ 998898 h 3650503"/>
              <a:gd name="connsiteX0" fmla="*/ 1184660 w 3351642"/>
              <a:gd name="connsiteY0" fmla="*/ 998898 h 3650503"/>
              <a:gd name="connsiteX1" fmla="*/ 1337060 w 3351642"/>
              <a:gd name="connsiteY1" fmla="*/ 227373 h 3650503"/>
              <a:gd name="connsiteX2" fmla="*/ 2118110 w 3351642"/>
              <a:gd name="connsiteY2" fmla="*/ 27348 h 3650503"/>
              <a:gd name="connsiteX3" fmla="*/ 2718185 w 3351642"/>
              <a:gd name="connsiteY3" fmla="*/ 732198 h 3650503"/>
              <a:gd name="connsiteX4" fmla="*/ 3042035 w 3351642"/>
              <a:gd name="connsiteY4" fmla="*/ 2160948 h 3650503"/>
              <a:gd name="connsiteX5" fmla="*/ 3318260 w 3351642"/>
              <a:gd name="connsiteY5" fmla="*/ 3170598 h 3650503"/>
              <a:gd name="connsiteX6" fmla="*/ 2232410 w 3351642"/>
              <a:gd name="connsiteY6" fmla="*/ 3646848 h 3650503"/>
              <a:gd name="connsiteX7" fmla="*/ 1327535 w 3351642"/>
              <a:gd name="connsiteY7" fmla="*/ 2941998 h 3650503"/>
              <a:gd name="connsiteX8" fmla="*/ 603635 w 3351642"/>
              <a:gd name="connsiteY8" fmla="*/ 2589573 h 3650503"/>
              <a:gd name="connsiteX9" fmla="*/ 13085 w 3351642"/>
              <a:gd name="connsiteY9" fmla="*/ 1532298 h 3650503"/>
              <a:gd name="connsiteX10" fmla="*/ 1184660 w 3351642"/>
              <a:gd name="connsiteY10" fmla="*/ 998898 h 3650503"/>
              <a:gd name="connsiteX0" fmla="*/ 830300 w 2997282"/>
              <a:gd name="connsiteY0" fmla="*/ 998898 h 3650503"/>
              <a:gd name="connsiteX1" fmla="*/ 982700 w 2997282"/>
              <a:gd name="connsiteY1" fmla="*/ 227373 h 3650503"/>
              <a:gd name="connsiteX2" fmla="*/ 1763750 w 2997282"/>
              <a:gd name="connsiteY2" fmla="*/ 27348 h 3650503"/>
              <a:gd name="connsiteX3" fmla="*/ 2363825 w 2997282"/>
              <a:gd name="connsiteY3" fmla="*/ 732198 h 3650503"/>
              <a:gd name="connsiteX4" fmla="*/ 2687675 w 2997282"/>
              <a:gd name="connsiteY4" fmla="*/ 2160948 h 3650503"/>
              <a:gd name="connsiteX5" fmla="*/ 2963900 w 2997282"/>
              <a:gd name="connsiteY5" fmla="*/ 3170598 h 3650503"/>
              <a:gd name="connsiteX6" fmla="*/ 1878050 w 2997282"/>
              <a:gd name="connsiteY6" fmla="*/ 3646848 h 3650503"/>
              <a:gd name="connsiteX7" fmla="*/ 973175 w 2997282"/>
              <a:gd name="connsiteY7" fmla="*/ 2941998 h 3650503"/>
              <a:gd name="connsiteX8" fmla="*/ 249275 w 2997282"/>
              <a:gd name="connsiteY8" fmla="*/ 2589573 h 3650503"/>
              <a:gd name="connsiteX9" fmla="*/ 39725 w 2997282"/>
              <a:gd name="connsiteY9" fmla="*/ 1713273 h 3650503"/>
              <a:gd name="connsiteX10" fmla="*/ 830300 w 2997282"/>
              <a:gd name="connsiteY10" fmla="*/ 998898 h 365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97282" h="3650503">
                <a:moveTo>
                  <a:pt x="830300" y="998898"/>
                </a:moveTo>
                <a:cubicBezTo>
                  <a:pt x="987462" y="751248"/>
                  <a:pt x="827125" y="389298"/>
                  <a:pt x="982700" y="227373"/>
                </a:cubicBezTo>
                <a:cubicBezTo>
                  <a:pt x="1138275" y="65448"/>
                  <a:pt x="1533563" y="-56789"/>
                  <a:pt x="1763750" y="27348"/>
                </a:cubicBezTo>
                <a:cubicBezTo>
                  <a:pt x="1993937" y="111485"/>
                  <a:pt x="2209837" y="376598"/>
                  <a:pt x="2363825" y="732198"/>
                </a:cubicBezTo>
                <a:cubicBezTo>
                  <a:pt x="2517813" y="1087798"/>
                  <a:pt x="2587663" y="1754548"/>
                  <a:pt x="2687675" y="2160948"/>
                </a:cubicBezTo>
                <a:cubicBezTo>
                  <a:pt x="2787687" y="2567348"/>
                  <a:pt x="3098837" y="2922948"/>
                  <a:pt x="2963900" y="3170598"/>
                </a:cubicBezTo>
                <a:cubicBezTo>
                  <a:pt x="2828963" y="3418248"/>
                  <a:pt x="2209837" y="3684948"/>
                  <a:pt x="1878050" y="3646848"/>
                </a:cubicBezTo>
                <a:cubicBezTo>
                  <a:pt x="1546263" y="3608748"/>
                  <a:pt x="1244638" y="3118211"/>
                  <a:pt x="973175" y="2941998"/>
                </a:cubicBezTo>
                <a:cubicBezTo>
                  <a:pt x="701713" y="2765786"/>
                  <a:pt x="471525" y="2789598"/>
                  <a:pt x="249275" y="2589573"/>
                </a:cubicBezTo>
                <a:cubicBezTo>
                  <a:pt x="27025" y="2389548"/>
                  <a:pt x="-57112" y="1978385"/>
                  <a:pt x="39725" y="1713273"/>
                </a:cubicBezTo>
                <a:cubicBezTo>
                  <a:pt x="136562" y="1448161"/>
                  <a:pt x="673138" y="1246548"/>
                  <a:pt x="830300" y="998898"/>
                </a:cubicBezTo>
                <a:close/>
              </a:path>
            </a:pathLst>
          </a:custGeom>
          <a:solidFill>
            <a:srgbClr val="A4A3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reeform 2"/>
          <p:cNvSpPr/>
          <p:nvPr/>
        </p:nvSpPr>
        <p:spPr>
          <a:xfrm rot="18870615">
            <a:off x="-387312" y="-1041470"/>
            <a:ext cx="2964279" cy="3418585"/>
          </a:xfrm>
          <a:custGeom>
            <a:avLst/>
            <a:gdLst>
              <a:gd name="connsiteX0" fmla="*/ 1127167 w 4572221"/>
              <a:gd name="connsiteY0" fmla="*/ 1346496 h 3911183"/>
              <a:gd name="connsiteX1" fmla="*/ 1698667 w 4572221"/>
              <a:gd name="connsiteY1" fmla="*/ 622596 h 3911183"/>
              <a:gd name="connsiteX2" fmla="*/ 2174917 w 4572221"/>
              <a:gd name="connsiteY2" fmla="*/ 12996 h 3911183"/>
              <a:gd name="connsiteX3" fmla="*/ 3175042 w 4572221"/>
              <a:gd name="connsiteY3" fmla="*/ 1213146 h 3911183"/>
              <a:gd name="connsiteX4" fmla="*/ 3470317 w 4572221"/>
              <a:gd name="connsiteY4" fmla="*/ 2137071 h 3911183"/>
              <a:gd name="connsiteX5" fmla="*/ 4546642 w 4572221"/>
              <a:gd name="connsiteY5" fmla="*/ 3518196 h 3911183"/>
              <a:gd name="connsiteX6" fmla="*/ 2260642 w 4572221"/>
              <a:gd name="connsiteY6" fmla="*/ 3861096 h 3911183"/>
              <a:gd name="connsiteX7" fmla="*/ 1527217 w 4572221"/>
              <a:gd name="connsiteY7" fmla="*/ 2622846 h 3911183"/>
              <a:gd name="connsiteX8" fmla="*/ 117517 w 4572221"/>
              <a:gd name="connsiteY8" fmla="*/ 2270421 h 3911183"/>
              <a:gd name="connsiteX9" fmla="*/ 193717 w 4572221"/>
              <a:gd name="connsiteY9" fmla="*/ 1422696 h 3911183"/>
              <a:gd name="connsiteX10" fmla="*/ 1127167 w 4572221"/>
              <a:gd name="connsiteY10" fmla="*/ 1346496 h 3911183"/>
              <a:gd name="connsiteX0" fmla="*/ 1607147 w 4595001"/>
              <a:gd name="connsiteY0" fmla="*/ 1260463 h 3910875"/>
              <a:gd name="connsiteX1" fmla="*/ 1721447 w 4595001"/>
              <a:gd name="connsiteY1" fmla="*/ 622288 h 3910875"/>
              <a:gd name="connsiteX2" fmla="*/ 2197697 w 4595001"/>
              <a:gd name="connsiteY2" fmla="*/ 12688 h 3910875"/>
              <a:gd name="connsiteX3" fmla="*/ 3197822 w 4595001"/>
              <a:gd name="connsiteY3" fmla="*/ 1212838 h 3910875"/>
              <a:gd name="connsiteX4" fmla="*/ 3493097 w 4595001"/>
              <a:gd name="connsiteY4" fmla="*/ 2136763 h 3910875"/>
              <a:gd name="connsiteX5" fmla="*/ 4569422 w 4595001"/>
              <a:gd name="connsiteY5" fmla="*/ 3517888 h 3910875"/>
              <a:gd name="connsiteX6" fmla="*/ 2283422 w 4595001"/>
              <a:gd name="connsiteY6" fmla="*/ 3860788 h 3910875"/>
              <a:gd name="connsiteX7" fmla="*/ 1549997 w 4595001"/>
              <a:gd name="connsiteY7" fmla="*/ 2622538 h 3910875"/>
              <a:gd name="connsiteX8" fmla="*/ 140297 w 4595001"/>
              <a:gd name="connsiteY8" fmla="*/ 2270113 h 3910875"/>
              <a:gd name="connsiteX9" fmla="*/ 216497 w 4595001"/>
              <a:gd name="connsiteY9" fmla="*/ 1422388 h 3910875"/>
              <a:gd name="connsiteX10" fmla="*/ 1607147 w 4595001"/>
              <a:gd name="connsiteY10" fmla="*/ 1260463 h 3910875"/>
              <a:gd name="connsiteX0" fmla="*/ 1657308 w 4597537"/>
              <a:gd name="connsiteY0" fmla="*/ 1040657 h 3910144"/>
              <a:gd name="connsiteX1" fmla="*/ 1723983 w 4597537"/>
              <a:gd name="connsiteY1" fmla="*/ 621557 h 3910144"/>
              <a:gd name="connsiteX2" fmla="*/ 2200233 w 4597537"/>
              <a:gd name="connsiteY2" fmla="*/ 11957 h 3910144"/>
              <a:gd name="connsiteX3" fmla="*/ 3200358 w 4597537"/>
              <a:gd name="connsiteY3" fmla="*/ 1212107 h 3910144"/>
              <a:gd name="connsiteX4" fmla="*/ 3495633 w 4597537"/>
              <a:gd name="connsiteY4" fmla="*/ 2136032 h 3910144"/>
              <a:gd name="connsiteX5" fmla="*/ 4571958 w 4597537"/>
              <a:gd name="connsiteY5" fmla="*/ 3517157 h 3910144"/>
              <a:gd name="connsiteX6" fmla="*/ 2285958 w 4597537"/>
              <a:gd name="connsiteY6" fmla="*/ 3860057 h 3910144"/>
              <a:gd name="connsiteX7" fmla="*/ 1552533 w 4597537"/>
              <a:gd name="connsiteY7" fmla="*/ 2621807 h 3910144"/>
              <a:gd name="connsiteX8" fmla="*/ 142833 w 4597537"/>
              <a:gd name="connsiteY8" fmla="*/ 2269382 h 3910144"/>
              <a:gd name="connsiteX9" fmla="*/ 219033 w 4597537"/>
              <a:gd name="connsiteY9" fmla="*/ 1421657 h 3910144"/>
              <a:gd name="connsiteX10" fmla="*/ 1657308 w 4597537"/>
              <a:gd name="connsiteY10" fmla="*/ 1040657 h 3910144"/>
              <a:gd name="connsiteX0" fmla="*/ 1657308 w 4597537"/>
              <a:gd name="connsiteY0" fmla="*/ 1050027 h 3919514"/>
              <a:gd name="connsiteX1" fmla="*/ 1723983 w 4597537"/>
              <a:gd name="connsiteY1" fmla="*/ 630927 h 3919514"/>
              <a:gd name="connsiteX2" fmla="*/ 2571708 w 4597537"/>
              <a:gd name="connsiteY2" fmla="*/ 11802 h 3919514"/>
              <a:gd name="connsiteX3" fmla="*/ 3200358 w 4597537"/>
              <a:gd name="connsiteY3" fmla="*/ 1221477 h 3919514"/>
              <a:gd name="connsiteX4" fmla="*/ 3495633 w 4597537"/>
              <a:gd name="connsiteY4" fmla="*/ 2145402 h 3919514"/>
              <a:gd name="connsiteX5" fmla="*/ 4571958 w 4597537"/>
              <a:gd name="connsiteY5" fmla="*/ 3526527 h 3919514"/>
              <a:gd name="connsiteX6" fmla="*/ 2285958 w 4597537"/>
              <a:gd name="connsiteY6" fmla="*/ 3869427 h 3919514"/>
              <a:gd name="connsiteX7" fmla="*/ 1552533 w 4597537"/>
              <a:gd name="connsiteY7" fmla="*/ 2631177 h 3919514"/>
              <a:gd name="connsiteX8" fmla="*/ 142833 w 4597537"/>
              <a:gd name="connsiteY8" fmla="*/ 2278752 h 3919514"/>
              <a:gd name="connsiteX9" fmla="*/ 219033 w 4597537"/>
              <a:gd name="connsiteY9" fmla="*/ 1431027 h 3919514"/>
              <a:gd name="connsiteX10" fmla="*/ 1657308 w 4597537"/>
              <a:gd name="connsiteY10" fmla="*/ 1050027 h 3919514"/>
              <a:gd name="connsiteX0" fmla="*/ 1657308 w 4597537"/>
              <a:gd name="connsiteY0" fmla="*/ 1091706 h 3961193"/>
              <a:gd name="connsiteX1" fmla="*/ 1781133 w 4597537"/>
              <a:gd name="connsiteY1" fmla="*/ 301131 h 3961193"/>
              <a:gd name="connsiteX2" fmla="*/ 2571708 w 4597537"/>
              <a:gd name="connsiteY2" fmla="*/ 53481 h 3961193"/>
              <a:gd name="connsiteX3" fmla="*/ 3200358 w 4597537"/>
              <a:gd name="connsiteY3" fmla="*/ 1263156 h 3961193"/>
              <a:gd name="connsiteX4" fmla="*/ 3495633 w 4597537"/>
              <a:gd name="connsiteY4" fmla="*/ 2187081 h 3961193"/>
              <a:gd name="connsiteX5" fmla="*/ 4571958 w 4597537"/>
              <a:gd name="connsiteY5" fmla="*/ 3568206 h 3961193"/>
              <a:gd name="connsiteX6" fmla="*/ 2285958 w 4597537"/>
              <a:gd name="connsiteY6" fmla="*/ 3911106 h 3961193"/>
              <a:gd name="connsiteX7" fmla="*/ 1552533 w 4597537"/>
              <a:gd name="connsiteY7" fmla="*/ 2672856 h 3961193"/>
              <a:gd name="connsiteX8" fmla="*/ 142833 w 4597537"/>
              <a:gd name="connsiteY8" fmla="*/ 2320431 h 3961193"/>
              <a:gd name="connsiteX9" fmla="*/ 219033 w 4597537"/>
              <a:gd name="connsiteY9" fmla="*/ 1472706 h 3961193"/>
              <a:gd name="connsiteX10" fmla="*/ 1657308 w 4597537"/>
              <a:gd name="connsiteY10" fmla="*/ 1091706 h 3961193"/>
              <a:gd name="connsiteX0" fmla="*/ 1657308 w 4597636"/>
              <a:gd name="connsiteY0" fmla="*/ 1058507 h 3927994"/>
              <a:gd name="connsiteX1" fmla="*/ 1781133 w 4597636"/>
              <a:gd name="connsiteY1" fmla="*/ 267932 h 3927994"/>
              <a:gd name="connsiteX2" fmla="*/ 2571708 w 4597636"/>
              <a:gd name="connsiteY2" fmla="*/ 20282 h 3927994"/>
              <a:gd name="connsiteX3" fmla="*/ 3171783 w 4597636"/>
              <a:gd name="connsiteY3" fmla="*/ 725132 h 3927994"/>
              <a:gd name="connsiteX4" fmla="*/ 3495633 w 4597636"/>
              <a:gd name="connsiteY4" fmla="*/ 2153882 h 3927994"/>
              <a:gd name="connsiteX5" fmla="*/ 4571958 w 4597636"/>
              <a:gd name="connsiteY5" fmla="*/ 3535007 h 3927994"/>
              <a:gd name="connsiteX6" fmla="*/ 2285958 w 4597636"/>
              <a:gd name="connsiteY6" fmla="*/ 3877907 h 3927994"/>
              <a:gd name="connsiteX7" fmla="*/ 1552533 w 4597636"/>
              <a:gd name="connsiteY7" fmla="*/ 2639657 h 3927994"/>
              <a:gd name="connsiteX8" fmla="*/ 142833 w 4597636"/>
              <a:gd name="connsiteY8" fmla="*/ 2287232 h 3927994"/>
              <a:gd name="connsiteX9" fmla="*/ 219033 w 4597636"/>
              <a:gd name="connsiteY9" fmla="*/ 1439507 h 3927994"/>
              <a:gd name="connsiteX10" fmla="*/ 1657308 w 4597636"/>
              <a:gd name="connsiteY10" fmla="*/ 1058507 h 3927994"/>
              <a:gd name="connsiteX0" fmla="*/ 1657308 w 3688229"/>
              <a:gd name="connsiteY0" fmla="*/ 1058507 h 3887291"/>
              <a:gd name="connsiteX1" fmla="*/ 1781133 w 3688229"/>
              <a:gd name="connsiteY1" fmla="*/ 267932 h 3887291"/>
              <a:gd name="connsiteX2" fmla="*/ 2571708 w 3688229"/>
              <a:gd name="connsiteY2" fmla="*/ 20282 h 3887291"/>
              <a:gd name="connsiteX3" fmla="*/ 3171783 w 3688229"/>
              <a:gd name="connsiteY3" fmla="*/ 725132 h 3887291"/>
              <a:gd name="connsiteX4" fmla="*/ 3495633 w 3688229"/>
              <a:gd name="connsiteY4" fmla="*/ 2153882 h 3887291"/>
              <a:gd name="connsiteX5" fmla="*/ 3609933 w 3688229"/>
              <a:gd name="connsiteY5" fmla="*/ 3154007 h 3887291"/>
              <a:gd name="connsiteX6" fmla="*/ 2285958 w 3688229"/>
              <a:gd name="connsiteY6" fmla="*/ 3877907 h 3887291"/>
              <a:gd name="connsiteX7" fmla="*/ 1552533 w 3688229"/>
              <a:gd name="connsiteY7" fmla="*/ 2639657 h 3887291"/>
              <a:gd name="connsiteX8" fmla="*/ 142833 w 3688229"/>
              <a:gd name="connsiteY8" fmla="*/ 2287232 h 3887291"/>
              <a:gd name="connsiteX9" fmla="*/ 219033 w 3688229"/>
              <a:gd name="connsiteY9" fmla="*/ 1439507 h 3887291"/>
              <a:gd name="connsiteX10" fmla="*/ 1657308 w 3688229"/>
              <a:gd name="connsiteY10" fmla="*/ 1058507 h 3887291"/>
              <a:gd name="connsiteX0" fmla="*/ 1657308 w 3830182"/>
              <a:gd name="connsiteY0" fmla="*/ 1058507 h 3887753"/>
              <a:gd name="connsiteX1" fmla="*/ 1781133 w 3830182"/>
              <a:gd name="connsiteY1" fmla="*/ 267932 h 3887753"/>
              <a:gd name="connsiteX2" fmla="*/ 2571708 w 3830182"/>
              <a:gd name="connsiteY2" fmla="*/ 20282 h 3887753"/>
              <a:gd name="connsiteX3" fmla="*/ 3171783 w 3830182"/>
              <a:gd name="connsiteY3" fmla="*/ 725132 h 3887753"/>
              <a:gd name="connsiteX4" fmla="*/ 3495633 w 3830182"/>
              <a:gd name="connsiteY4" fmla="*/ 2153882 h 3887753"/>
              <a:gd name="connsiteX5" fmla="*/ 3771858 w 3830182"/>
              <a:gd name="connsiteY5" fmla="*/ 3163532 h 3887753"/>
              <a:gd name="connsiteX6" fmla="*/ 2285958 w 3830182"/>
              <a:gd name="connsiteY6" fmla="*/ 3877907 h 3887753"/>
              <a:gd name="connsiteX7" fmla="*/ 1552533 w 3830182"/>
              <a:gd name="connsiteY7" fmla="*/ 2639657 h 3887753"/>
              <a:gd name="connsiteX8" fmla="*/ 142833 w 3830182"/>
              <a:gd name="connsiteY8" fmla="*/ 2287232 h 3887753"/>
              <a:gd name="connsiteX9" fmla="*/ 219033 w 3830182"/>
              <a:gd name="connsiteY9" fmla="*/ 1439507 h 3887753"/>
              <a:gd name="connsiteX10" fmla="*/ 1657308 w 3830182"/>
              <a:gd name="connsiteY10" fmla="*/ 1058507 h 3887753"/>
              <a:gd name="connsiteX0" fmla="*/ 1657308 w 3831418"/>
              <a:gd name="connsiteY0" fmla="*/ 1058507 h 3373663"/>
              <a:gd name="connsiteX1" fmla="*/ 1781133 w 3831418"/>
              <a:gd name="connsiteY1" fmla="*/ 267932 h 3373663"/>
              <a:gd name="connsiteX2" fmla="*/ 2571708 w 3831418"/>
              <a:gd name="connsiteY2" fmla="*/ 20282 h 3373663"/>
              <a:gd name="connsiteX3" fmla="*/ 3171783 w 3831418"/>
              <a:gd name="connsiteY3" fmla="*/ 725132 h 3373663"/>
              <a:gd name="connsiteX4" fmla="*/ 3495633 w 3831418"/>
              <a:gd name="connsiteY4" fmla="*/ 2153882 h 3373663"/>
              <a:gd name="connsiteX5" fmla="*/ 3771858 w 3831418"/>
              <a:gd name="connsiteY5" fmla="*/ 3163532 h 3373663"/>
              <a:gd name="connsiteX6" fmla="*/ 2266908 w 3831418"/>
              <a:gd name="connsiteY6" fmla="*/ 3334982 h 3373663"/>
              <a:gd name="connsiteX7" fmla="*/ 1552533 w 3831418"/>
              <a:gd name="connsiteY7" fmla="*/ 2639657 h 3373663"/>
              <a:gd name="connsiteX8" fmla="*/ 142833 w 3831418"/>
              <a:gd name="connsiteY8" fmla="*/ 2287232 h 3373663"/>
              <a:gd name="connsiteX9" fmla="*/ 219033 w 3831418"/>
              <a:gd name="connsiteY9" fmla="*/ 1439507 h 3373663"/>
              <a:gd name="connsiteX10" fmla="*/ 1657308 w 3831418"/>
              <a:gd name="connsiteY10" fmla="*/ 1058507 h 3373663"/>
              <a:gd name="connsiteX0" fmla="*/ 1657308 w 3805240"/>
              <a:gd name="connsiteY0" fmla="*/ 1058507 h 3654625"/>
              <a:gd name="connsiteX1" fmla="*/ 1781133 w 3805240"/>
              <a:gd name="connsiteY1" fmla="*/ 267932 h 3654625"/>
              <a:gd name="connsiteX2" fmla="*/ 2571708 w 3805240"/>
              <a:gd name="connsiteY2" fmla="*/ 20282 h 3654625"/>
              <a:gd name="connsiteX3" fmla="*/ 3171783 w 3805240"/>
              <a:gd name="connsiteY3" fmla="*/ 725132 h 3654625"/>
              <a:gd name="connsiteX4" fmla="*/ 3495633 w 3805240"/>
              <a:gd name="connsiteY4" fmla="*/ 2153882 h 3654625"/>
              <a:gd name="connsiteX5" fmla="*/ 3771858 w 3805240"/>
              <a:gd name="connsiteY5" fmla="*/ 3163532 h 3654625"/>
              <a:gd name="connsiteX6" fmla="*/ 2686008 w 3805240"/>
              <a:gd name="connsiteY6" fmla="*/ 3639782 h 3654625"/>
              <a:gd name="connsiteX7" fmla="*/ 1552533 w 3805240"/>
              <a:gd name="connsiteY7" fmla="*/ 2639657 h 3654625"/>
              <a:gd name="connsiteX8" fmla="*/ 142833 w 3805240"/>
              <a:gd name="connsiteY8" fmla="*/ 2287232 h 3654625"/>
              <a:gd name="connsiteX9" fmla="*/ 219033 w 3805240"/>
              <a:gd name="connsiteY9" fmla="*/ 1439507 h 3654625"/>
              <a:gd name="connsiteX10" fmla="*/ 1657308 w 3805240"/>
              <a:gd name="connsiteY10" fmla="*/ 1058507 h 3654625"/>
              <a:gd name="connsiteX0" fmla="*/ 1657308 w 3805240"/>
              <a:gd name="connsiteY0" fmla="*/ 1058507 h 3643991"/>
              <a:gd name="connsiteX1" fmla="*/ 1781133 w 3805240"/>
              <a:gd name="connsiteY1" fmla="*/ 267932 h 3643991"/>
              <a:gd name="connsiteX2" fmla="*/ 2571708 w 3805240"/>
              <a:gd name="connsiteY2" fmla="*/ 20282 h 3643991"/>
              <a:gd name="connsiteX3" fmla="*/ 3171783 w 3805240"/>
              <a:gd name="connsiteY3" fmla="*/ 725132 h 3643991"/>
              <a:gd name="connsiteX4" fmla="*/ 3495633 w 3805240"/>
              <a:gd name="connsiteY4" fmla="*/ 2153882 h 3643991"/>
              <a:gd name="connsiteX5" fmla="*/ 3771858 w 3805240"/>
              <a:gd name="connsiteY5" fmla="*/ 3163532 h 3643991"/>
              <a:gd name="connsiteX6" fmla="*/ 2686008 w 3805240"/>
              <a:gd name="connsiteY6" fmla="*/ 3639782 h 3643991"/>
              <a:gd name="connsiteX7" fmla="*/ 1847808 w 3805240"/>
              <a:gd name="connsiteY7" fmla="*/ 2915882 h 3643991"/>
              <a:gd name="connsiteX8" fmla="*/ 142833 w 3805240"/>
              <a:gd name="connsiteY8" fmla="*/ 2287232 h 3643991"/>
              <a:gd name="connsiteX9" fmla="*/ 219033 w 3805240"/>
              <a:gd name="connsiteY9" fmla="*/ 1439507 h 3643991"/>
              <a:gd name="connsiteX10" fmla="*/ 1657308 w 3805240"/>
              <a:gd name="connsiteY10" fmla="*/ 1058507 h 3643991"/>
              <a:gd name="connsiteX0" fmla="*/ 1487674 w 3635606"/>
              <a:gd name="connsiteY0" fmla="*/ 1058507 h 3643991"/>
              <a:gd name="connsiteX1" fmla="*/ 1611499 w 3635606"/>
              <a:gd name="connsiteY1" fmla="*/ 267932 h 3643991"/>
              <a:gd name="connsiteX2" fmla="*/ 2402074 w 3635606"/>
              <a:gd name="connsiteY2" fmla="*/ 20282 h 3643991"/>
              <a:gd name="connsiteX3" fmla="*/ 3002149 w 3635606"/>
              <a:gd name="connsiteY3" fmla="*/ 725132 h 3643991"/>
              <a:gd name="connsiteX4" fmla="*/ 3325999 w 3635606"/>
              <a:gd name="connsiteY4" fmla="*/ 2153882 h 3643991"/>
              <a:gd name="connsiteX5" fmla="*/ 3602224 w 3635606"/>
              <a:gd name="connsiteY5" fmla="*/ 3163532 h 3643991"/>
              <a:gd name="connsiteX6" fmla="*/ 2516374 w 3635606"/>
              <a:gd name="connsiteY6" fmla="*/ 3639782 h 3643991"/>
              <a:gd name="connsiteX7" fmla="*/ 1678174 w 3635606"/>
              <a:gd name="connsiteY7" fmla="*/ 2915882 h 3643991"/>
              <a:gd name="connsiteX8" fmla="*/ 430399 w 3635606"/>
              <a:gd name="connsiteY8" fmla="*/ 2315807 h 3643991"/>
              <a:gd name="connsiteX9" fmla="*/ 49399 w 3635606"/>
              <a:gd name="connsiteY9" fmla="*/ 1439507 h 3643991"/>
              <a:gd name="connsiteX10" fmla="*/ 1487674 w 3635606"/>
              <a:gd name="connsiteY10" fmla="*/ 1058507 h 3643991"/>
              <a:gd name="connsiteX0" fmla="*/ 1453304 w 3601236"/>
              <a:gd name="connsiteY0" fmla="*/ 1058507 h 3643991"/>
              <a:gd name="connsiteX1" fmla="*/ 1577129 w 3601236"/>
              <a:gd name="connsiteY1" fmla="*/ 267932 h 3643991"/>
              <a:gd name="connsiteX2" fmla="*/ 2367704 w 3601236"/>
              <a:gd name="connsiteY2" fmla="*/ 20282 h 3643991"/>
              <a:gd name="connsiteX3" fmla="*/ 2967779 w 3601236"/>
              <a:gd name="connsiteY3" fmla="*/ 725132 h 3643991"/>
              <a:gd name="connsiteX4" fmla="*/ 3291629 w 3601236"/>
              <a:gd name="connsiteY4" fmla="*/ 2153882 h 3643991"/>
              <a:gd name="connsiteX5" fmla="*/ 3567854 w 3601236"/>
              <a:gd name="connsiteY5" fmla="*/ 3163532 h 3643991"/>
              <a:gd name="connsiteX6" fmla="*/ 2482004 w 3601236"/>
              <a:gd name="connsiteY6" fmla="*/ 3639782 h 3643991"/>
              <a:gd name="connsiteX7" fmla="*/ 1643804 w 3601236"/>
              <a:gd name="connsiteY7" fmla="*/ 2915882 h 3643991"/>
              <a:gd name="connsiteX8" fmla="*/ 738929 w 3601236"/>
              <a:gd name="connsiteY8" fmla="*/ 2534882 h 3643991"/>
              <a:gd name="connsiteX9" fmla="*/ 15029 w 3601236"/>
              <a:gd name="connsiteY9" fmla="*/ 1439507 h 3643991"/>
              <a:gd name="connsiteX10" fmla="*/ 1453304 w 3601236"/>
              <a:gd name="connsiteY10" fmla="*/ 1058507 h 3643991"/>
              <a:gd name="connsiteX0" fmla="*/ 1240809 w 3388741"/>
              <a:gd name="connsiteY0" fmla="*/ 1058507 h 3643991"/>
              <a:gd name="connsiteX1" fmla="*/ 1364634 w 3388741"/>
              <a:gd name="connsiteY1" fmla="*/ 267932 h 3643991"/>
              <a:gd name="connsiteX2" fmla="*/ 2155209 w 3388741"/>
              <a:gd name="connsiteY2" fmla="*/ 20282 h 3643991"/>
              <a:gd name="connsiteX3" fmla="*/ 2755284 w 3388741"/>
              <a:gd name="connsiteY3" fmla="*/ 725132 h 3643991"/>
              <a:gd name="connsiteX4" fmla="*/ 3079134 w 3388741"/>
              <a:gd name="connsiteY4" fmla="*/ 2153882 h 3643991"/>
              <a:gd name="connsiteX5" fmla="*/ 3355359 w 3388741"/>
              <a:gd name="connsiteY5" fmla="*/ 3163532 h 3643991"/>
              <a:gd name="connsiteX6" fmla="*/ 2269509 w 3388741"/>
              <a:gd name="connsiteY6" fmla="*/ 3639782 h 3643991"/>
              <a:gd name="connsiteX7" fmla="*/ 1431309 w 3388741"/>
              <a:gd name="connsiteY7" fmla="*/ 2915882 h 3643991"/>
              <a:gd name="connsiteX8" fmla="*/ 526434 w 3388741"/>
              <a:gd name="connsiteY8" fmla="*/ 2534882 h 3643991"/>
              <a:gd name="connsiteX9" fmla="*/ 21609 w 3388741"/>
              <a:gd name="connsiteY9" fmla="*/ 1487132 h 3643991"/>
              <a:gd name="connsiteX10" fmla="*/ 1240809 w 3388741"/>
              <a:gd name="connsiteY10" fmla="*/ 1058507 h 3643991"/>
              <a:gd name="connsiteX0" fmla="*/ 1220853 w 3387835"/>
              <a:gd name="connsiteY0" fmla="*/ 990954 h 3643113"/>
              <a:gd name="connsiteX1" fmla="*/ 1363728 w 3387835"/>
              <a:gd name="connsiteY1" fmla="*/ 267054 h 3643113"/>
              <a:gd name="connsiteX2" fmla="*/ 2154303 w 3387835"/>
              <a:gd name="connsiteY2" fmla="*/ 19404 h 3643113"/>
              <a:gd name="connsiteX3" fmla="*/ 2754378 w 3387835"/>
              <a:gd name="connsiteY3" fmla="*/ 724254 h 3643113"/>
              <a:gd name="connsiteX4" fmla="*/ 3078228 w 3387835"/>
              <a:gd name="connsiteY4" fmla="*/ 2153004 h 3643113"/>
              <a:gd name="connsiteX5" fmla="*/ 3354453 w 3387835"/>
              <a:gd name="connsiteY5" fmla="*/ 3162654 h 3643113"/>
              <a:gd name="connsiteX6" fmla="*/ 2268603 w 3387835"/>
              <a:gd name="connsiteY6" fmla="*/ 3638904 h 3643113"/>
              <a:gd name="connsiteX7" fmla="*/ 1430403 w 3387835"/>
              <a:gd name="connsiteY7" fmla="*/ 2915004 h 3643113"/>
              <a:gd name="connsiteX8" fmla="*/ 525528 w 3387835"/>
              <a:gd name="connsiteY8" fmla="*/ 2534004 h 3643113"/>
              <a:gd name="connsiteX9" fmla="*/ 20703 w 3387835"/>
              <a:gd name="connsiteY9" fmla="*/ 1486254 h 3643113"/>
              <a:gd name="connsiteX10" fmla="*/ 1220853 w 3387835"/>
              <a:gd name="connsiteY10" fmla="*/ 990954 h 3643113"/>
              <a:gd name="connsiteX0" fmla="*/ 1220853 w 3387835"/>
              <a:gd name="connsiteY0" fmla="*/ 998898 h 3651057"/>
              <a:gd name="connsiteX1" fmla="*/ 1373253 w 3387835"/>
              <a:gd name="connsiteY1" fmla="*/ 227373 h 3651057"/>
              <a:gd name="connsiteX2" fmla="*/ 2154303 w 3387835"/>
              <a:gd name="connsiteY2" fmla="*/ 27348 h 3651057"/>
              <a:gd name="connsiteX3" fmla="*/ 2754378 w 3387835"/>
              <a:gd name="connsiteY3" fmla="*/ 732198 h 3651057"/>
              <a:gd name="connsiteX4" fmla="*/ 3078228 w 3387835"/>
              <a:gd name="connsiteY4" fmla="*/ 2160948 h 3651057"/>
              <a:gd name="connsiteX5" fmla="*/ 3354453 w 3387835"/>
              <a:gd name="connsiteY5" fmla="*/ 3170598 h 3651057"/>
              <a:gd name="connsiteX6" fmla="*/ 2268603 w 3387835"/>
              <a:gd name="connsiteY6" fmla="*/ 3646848 h 3651057"/>
              <a:gd name="connsiteX7" fmla="*/ 1430403 w 3387835"/>
              <a:gd name="connsiteY7" fmla="*/ 2922948 h 3651057"/>
              <a:gd name="connsiteX8" fmla="*/ 525528 w 3387835"/>
              <a:gd name="connsiteY8" fmla="*/ 2541948 h 3651057"/>
              <a:gd name="connsiteX9" fmla="*/ 20703 w 3387835"/>
              <a:gd name="connsiteY9" fmla="*/ 1494198 h 3651057"/>
              <a:gd name="connsiteX10" fmla="*/ 1220853 w 3387835"/>
              <a:gd name="connsiteY10" fmla="*/ 998898 h 3651057"/>
              <a:gd name="connsiteX0" fmla="*/ 1193534 w 3360516"/>
              <a:gd name="connsiteY0" fmla="*/ 998898 h 3651057"/>
              <a:gd name="connsiteX1" fmla="*/ 1345934 w 3360516"/>
              <a:gd name="connsiteY1" fmla="*/ 227373 h 3651057"/>
              <a:gd name="connsiteX2" fmla="*/ 2126984 w 3360516"/>
              <a:gd name="connsiteY2" fmla="*/ 27348 h 3651057"/>
              <a:gd name="connsiteX3" fmla="*/ 2727059 w 3360516"/>
              <a:gd name="connsiteY3" fmla="*/ 732198 h 3651057"/>
              <a:gd name="connsiteX4" fmla="*/ 3050909 w 3360516"/>
              <a:gd name="connsiteY4" fmla="*/ 2160948 h 3651057"/>
              <a:gd name="connsiteX5" fmla="*/ 3327134 w 3360516"/>
              <a:gd name="connsiteY5" fmla="*/ 3170598 h 3651057"/>
              <a:gd name="connsiteX6" fmla="*/ 2241284 w 3360516"/>
              <a:gd name="connsiteY6" fmla="*/ 3646848 h 3651057"/>
              <a:gd name="connsiteX7" fmla="*/ 1403084 w 3360516"/>
              <a:gd name="connsiteY7" fmla="*/ 2922948 h 3651057"/>
              <a:gd name="connsiteX8" fmla="*/ 498209 w 3360516"/>
              <a:gd name="connsiteY8" fmla="*/ 2541948 h 3651057"/>
              <a:gd name="connsiteX9" fmla="*/ 21959 w 3360516"/>
              <a:gd name="connsiteY9" fmla="*/ 1532298 h 3651057"/>
              <a:gd name="connsiteX10" fmla="*/ 1193534 w 3360516"/>
              <a:gd name="connsiteY10" fmla="*/ 998898 h 3651057"/>
              <a:gd name="connsiteX0" fmla="*/ 1225225 w 3392207"/>
              <a:gd name="connsiteY0" fmla="*/ 998898 h 3651057"/>
              <a:gd name="connsiteX1" fmla="*/ 1377625 w 3392207"/>
              <a:gd name="connsiteY1" fmla="*/ 227373 h 3651057"/>
              <a:gd name="connsiteX2" fmla="*/ 2158675 w 3392207"/>
              <a:gd name="connsiteY2" fmla="*/ 27348 h 3651057"/>
              <a:gd name="connsiteX3" fmla="*/ 2758750 w 3392207"/>
              <a:gd name="connsiteY3" fmla="*/ 732198 h 3651057"/>
              <a:gd name="connsiteX4" fmla="*/ 3082600 w 3392207"/>
              <a:gd name="connsiteY4" fmla="*/ 2160948 h 3651057"/>
              <a:gd name="connsiteX5" fmla="*/ 3358825 w 3392207"/>
              <a:gd name="connsiteY5" fmla="*/ 3170598 h 3651057"/>
              <a:gd name="connsiteX6" fmla="*/ 2272975 w 3392207"/>
              <a:gd name="connsiteY6" fmla="*/ 3646848 h 3651057"/>
              <a:gd name="connsiteX7" fmla="*/ 1434775 w 3392207"/>
              <a:gd name="connsiteY7" fmla="*/ 2922948 h 3651057"/>
              <a:gd name="connsiteX8" fmla="*/ 529900 w 3392207"/>
              <a:gd name="connsiteY8" fmla="*/ 2541948 h 3651057"/>
              <a:gd name="connsiteX9" fmla="*/ 53650 w 3392207"/>
              <a:gd name="connsiteY9" fmla="*/ 1532298 h 3651057"/>
              <a:gd name="connsiteX10" fmla="*/ 1225225 w 3392207"/>
              <a:gd name="connsiteY10" fmla="*/ 998898 h 3651057"/>
              <a:gd name="connsiteX0" fmla="*/ 1225225 w 3392207"/>
              <a:gd name="connsiteY0" fmla="*/ 998898 h 3651057"/>
              <a:gd name="connsiteX1" fmla="*/ 1377625 w 3392207"/>
              <a:gd name="connsiteY1" fmla="*/ 227373 h 3651057"/>
              <a:gd name="connsiteX2" fmla="*/ 2158675 w 3392207"/>
              <a:gd name="connsiteY2" fmla="*/ 27348 h 3651057"/>
              <a:gd name="connsiteX3" fmla="*/ 2758750 w 3392207"/>
              <a:gd name="connsiteY3" fmla="*/ 732198 h 3651057"/>
              <a:gd name="connsiteX4" fmla="*/ 3082600 w 3392207"/>
              <a:gd name="connsiteY4" fmla="*/ 2160948 h 3651057"/>
              <a:gd name="connsiteX5" fmla="*/ 3358825 w 3392207"/>
              <a:gd name="connsiteY5" fmla="*/ 3170598 h 3651057"/>
              <a:gd name="connsiteX6" fmla="*/ 2272975 w 3392207"/>
              <a:gd name="connsiteY6" fmla="*/ 3646848 h 3651057"/>
              <a:gd name="connsiteX7" fmla="*/ 1434775 w 3392207"/>
              <a:gd name="connsiteY7" fmla="*/ 2922948 h 3651057"/>
              <a:gd name="connsiteX8" fmla="*/ 529900 w 3392207"/>
              <a:gd name="connsiteY8" fmla="*/ 2541948 h 3651057"/>
              <a:gd name="connsiteX9" fmla="*/ 53650 w 3392207"/>
              <a:gd name="connsiteY9" fmla="*/ 1532298 h 3651057"/>
              <a:gd name="connsiteX10" fmla="*/ 1225225 w 3392207"/>
              <a:gd name="connsiteY10" fmla="*/ 998898 h 3651057"/>
              <a:gd name="connsiteX0" fmla="*/ 1225225 w 3392207"/>
              <a:gd name="connsiteY0" fmla="*/ 998898 h 3650503"/>
              <a:gd name="connsiteX1" fmla="*/ 1377625 w 3392207"/>
              <a:gd name="connsiteY1" fmla="*/ 227373 h 3650503"/>
              <a:gd name="connsiteX2" fmla="*/ 2158675 w 3392207"/>
              <a:gd name="connsiteY2" fmla="*/ 27348 h 3650503"/>
              <a:gd name="connsiteX3" fmla="*/ 2758750 w 3392207"/>
              <a:gd name="connsiteY3" fmla="*/ 732198 h 3650503"/>
              <a:gd name="connsiteX4" fmla="*/ 3082600 w 3392207"/>
              <a:gd name="connsiteY4" fmla="*/ 2160948 h 3650503"/>
              <a:gd name="connsiteX5" fmla="*/ 3358825 w 3392207"/>
              <a:gd name="connsiteY5" fmla="*/ 3170598 h 3650503"/>
              <a:gd name="connsiteX6" fmla="*/ 2272975 w 3392207"/>
              <a:gd name="connsiteY6" fmla="*/ 3646848 h 3650503"/>
              <a:gd name="connsiteX7" fmla="*/ 1368100 w 3392207"/>
              <a:gd name="connsiteY7" fmla="*/ 2941998 h 3650503"/>
              <a:gd name="connsiteX8" fmla="*/ 529900 w 3392207"/>
              <a:gd name="connsiteY8" fmla="*/ 2541948 h 3650503"/>
              <a:gd name="connsiteX9" fmla="*/ 53650 w 3392207"/>
              <a:gd name="connsiteY9" fmla="*/ 1532298 h 3650503"/>
              <a:gd name="connsiteX10" fmla="*/ 1225225 w 3392207"/>
              <a:gd name="connsiteY10" fmla="*/ 998898 h 3650503"/>
              <a:gd name="connsiteX0" fmla="*/ 1187895 w 3354877"/>
              <a:gd name="connsiteY0" fmla="*/ 998898 h 3650503"/>
              <a:gd name="connsiteX1" fmla="*/ 1340295 w 3354877"/>
              <a:gd name="connsiteY1" fmla="*/ 227373 h 3650503"/>
              <a:gd name="connsiteX2" fmla="*/ 2121345 w 3354877"/>
              <a:gd name="connsiteY2" fmla="*/ 27348 h 3650503"/>
              <a:gd name="connsiteX3" fmla="*/ 2721420 w 3354877"/>
              <a:gd name="connsiteY3" fmla="*/ 732198 h 3650503"/>
              <a:gd name="connsiteX4" fmla="*/ 3045270 w 3354877"/>
              <a:gd name="connsiteY4" fmla="*/ 2160948 h 3650503"/>
              <a:gd name="connsiteX5" fmla="*/ 3321495 w 3354877"/>
              <a:gd name="connsiteY5" fmla="*/ 3170598 h 3650503"/>
              <a:gd name="connsiteX6" fmla="*/ 2235645 w 3354877"/>
              <a:gd name="connsiteY6" fmla="*/ 3646848 h 3650503"/>
              <a:gd name="connsiteX7" fmla="*/ 1330770 w 3354877"/>
              <a:gd name="connsiteY7" fmla="*/ 2941998 h 3650503"/>
              <a:gd name="connsiteX8" fmla="*/ 559245 w 3354877"/>
              <a:gd name="connsiteY8" fmla="*/ 2408598 h 3650503"/>
              <a:gd name="connsiteX9" fmla="*/ 16320 w 3354877"/>
              <a:gd name="connsiteY9" fmla="*/ 1532298 h 3650503"/>
              <a:gd name="connsiteX10" fmla="*/ 1187895 w 3354877"/>
              <a:gd name="connsiteY10" fmla="*/ 998898 h 3650503"/>
              <a:gd name="connsiteX0" fmla="*/ 1184660 w 3351642"/>
              <a:gd name="connsiteY0" fmla="*/ 998898 h 3650503"/>
              <a:gd name="connsiteX1" fmla="*/ 1337060 w 3351642"/>
              <a:gd name="connsiteY1" fmla="*/ 227373 h 3650503"/>
              <a:gd name="connsiteX2" fmla="*/ 2118110 w 3351642"/>
              <a:gd name="connsiteY2" fmla="*/ 27348 h 3650503"/>
              <a:gd name="connsiteX3" fmla="*/ 2718185 w 3351642"/>
              <a:gd name="connsiteY3" fmla="*/ 732198 h 3650503"/>
              <a:gd name="connsiteX4" fmla="*/ 3042035 w 3351642"/>
              <a:gd name="connsiteY4" fmla="*/ 2160948 h 3650503"/>
              <a:gd name="connsiteX5" fmla="*/ 3318260 w 3351642"/>
              <a:gd name="connsiteY5" fmla="*/ 3170598 h 3650503"/>
              <a:gd name="connsiteX6" fmla="*/ 2232410 w 3351642"/>
              <a:gd name="connsiteY6" fmla="*/ 3646848 h 3650503"/>
              <a:gd name="connsiteX7" fmla="*/ 1327535 w 3351642"/>
              <a:gd name="connsiteY7" fmla="*/ 2941998 h 3650503"/>
              <a:gd name="connsiteX8" fmla="*/ 603635 w 3351642"/>
              <a:gd name="connsiteY8" fmla="*/ 2589573 h 3650503"/>
              <a:gd name="connsiteX9" fmla="*/ 13085 w 3351642"/>
              <a:gd name="connsiteY9" fmla="*/ 1532298 h 3650503"/>
              <a:gd name="connsiteX10" fmla="*/ 1184660 w 3351642"/>
              <a:gd name="connsiteY10" fmla="*/ 998898 h 3650503"/>
              <a:gd name="connsiteX0" fmla="*/ 830300 w 2997282"/>
              <a:gd name="connsiteY0" fmla="*/ 998898 h 3650503"/>
              <a:gd name="connsiteX1" fmla="*/ 982700 w 2997282"/>
              <a:gd name="connsiteY1" fmla="*/ 227373 h 3650503"/>
              <a:gd name="connsiteX2" fmla="*/ 1763750 w 2997282"/>
              <a:gd name="connsiteY2" fmla="*/ 27348 h 3650503"/>
              <a:gd name="connsiteX3" fmla="*/ 2363825 w 2997282"/>
              <a:gd name="connsiteY3" fmla="*/ 732198 h 3650503"/>
              <a:gd name="connsiteX4" fmla="*/ 2687675 w 2997282"/>
              <a:gd name="connsiteY4" fmla="*/ 2160948 h 3650503"/>
              <a:gd name="connsiteX5" fmla="*/ 2963900 w 2997282"/>
              <a:gd name="connsiteY5" fmla="*/ 3170598 h 3650503"/>
              <a:gd name="connsiteX6" fmla="*/ 1878050 w 2997282"/>
              <a:gd name="connsiteY6" fmla="*/ 3646848 h 3650503"/>
              <a:gd name="connsiteX7" fmla="*/ 973175 w 2997282"/>
              <a:gd name="connsiteY7" fmla="*/ 2941998 h 3650503"/>
              <a:gd name="connsiteX8" fmla="*/ 249275 w 2997282"/>
              <a:gd name="connsiteY8" fmla="*/ 2589573 h 3650503"/>
              <a:gd name="connsiteX9" fmla="*/ 39725 w 2997282"/>
              <a:gd name="connsiteY9" fmla="*/ 1713273 h 3650503"/>
              <a:gd name="connsiteX10" fmla="*/ 830300 w 2997282"/>
              <a:gd name="connsiteY10" fmla="*/ 998898 h 365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97282" h="3650503">
                <a:moveTo>
                  <a:pt x="830300" y="998898"/>
                </a:moveTo>
                <a:cubicBezTo>
                  <a:pt x="987462" y="751248"/>
                  <a:pt x="827125" y="389298"/>
                  <a:pt x="982700" y="227373"/>
                </a:cubicBezTo>
                <a:cubicBezTo>
                  <a:pt x="1138275" y="65448"/>
                  <a:pt x="1533563" y="-56789"/>
                  <a:pt x="1763750" y="27348"/>
                </a:cubicBezTo>
                <a:cubicBezTo>
                  <a:pt x="1993937" y="111485"/>
                  <a:pt x="2209837" y="376598"/>
                  <a:pt x="2363825" y="732198"/>
                </a:cubicBezTo>
                <a:cubicBezTo>
                  <a:pt x="2517813" y="1087798"/>
                  <a:pt x="2587663" y="1754548"/>
                  <a:pt x="2687675" y="2160948"/>
                </a:cubicBezTo>
                <a:cubicBezTo>
                  <a:pt x="2787687" y="2567348"/>
                  <a:pt x="3098837" y="2922948"/>
                  <a:pt x="2963900" y="3170598"/>
                </a:cubicBezTo>
                <a:cubicBezTo>
                  <a:pt x="2828963" y="3418248"/>
                  <a:pt x="2209837" y="3684948"/>
                  <a:pt x="1878050" y="3646848"/>
                </a:cubicBezTo>
                <a:cubicBezTo>
                  <a:pt x="1546263" y="3608748"/>
                  <a:pt x="1244638" y="3118211"/>
                  <a:pt x="973175" y="2941998"/>
                </a:cubicBezTo>
                <a:cubicBezTo>
                  <a:pt x="701713" y="2765786"/>
                  <a:pt x="471525" y="2789598"/>
                  <a:pt x="249275" y="2589573"/>
                </a:cubicBezTo>
                <a:cubicBezTo>
                  <a:pt x="27025" y="2389548"/>
                  <a:pt x="-57112" y="1978385"/>
                  <a:pt x="39725" y="1713273"/>
                </a:cubicBezTo>
                <a:cubicBezTo>
                  <a:pt x="136562" y="1448161"/>
                  <a:pt x="673138" y="1246548"/>
                  <a:pt x="830300" y="998898"/>
                </a:cubicBezTo>
                <a:close/>
              </a:path>
            </a:pathLst>
          </a:custGeom>
          <a:solidFill>
            <a:srgbClr val="9DA2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19"/>
          <p:cNvSpPr/>
          <p:nvPr/>
        </p:nvSpPr>
        <p:spPr>
          <a:xfrm rot="18870615">
            <a:off x="9243526" y="629363"/>
            <a:ext cx="3969057" cy="3875730"/>
          </a:xfrm>
          <a:custGeom>
            <a:avLst/>
            <a:gdLst>
              <a:gd name="connsiteX0" fmla="*/ 1127167 w 4572221"/>
              <a:gd name="connsiteY0" fmla="*/ 1346496 h 3911183"/>
              <a:gd name="connsiteX1" fmla="*/ 1698667 w 4572221"/>
              <a:gd name="connsiteY1" fmla="*/ 622596 h 3911183"/>
              <a:gd name="connsiteX2" fmla="*/ 2174917 w 4572221"/>
              <a:gd name="connsiteY2" fmla="*/ 12996 h 3911183"/>
              <a:gd name="connsiteX3" fmla="*/ 3175042 w 4572221"/>
              <a:gd name="connsiteY3" fmla="*/ 1213146 h 3911183"/>
              <a:gd name="connsiteX4" fmla="*/ 3470317 w 4572221"/>
              <a:gd name="connsiteY4" fmla="*/ 2137071 h 3911183"/>
              <a:gd name="connsiteX5" fmla="*/ 4546642 w 4572221"/>
              <a:gd name="connsiteY5" fmla="*/ 3518196 h 3911183"/>
              <a:gd name="connsiteX6" fmla="*/ 2260642 w 4572221"/>
              <a:gd name="connsiteY6" fmla="*/ 3861096 h 3911183"/>
              <a:gd name="connsiteX7" fmla="*/ 1527217 w 4572221"/>
              <a:gd name="connsiteY7" fmla="*/ 2622846 h 3911183"/>
              <a:gd name="connsiteX8" fmla="*/ 117517 w 4572221"/>
              <a:gd name="connsiteY8" fmla="*/ 2270421 h 3911183"/>
              <a:gd name="connsiteX9" fmla="*/ 193717 w 4572221"/>
              <a:gd name="connsiteY9" fmla="*/ 1422696 h 3911183"/>
              <a:gd name="connsiteX10" fmla="*/ 1127167 w 4572221"/>
              <a:gd name="connsiteY10" fmla="*/ 1346496 h 3911183"/>
              <a:gd name="connsiteX0" fmla="*/ 1607147 w 4595001"/>
              <a:gd name="connsiteY0" fmla="*/ 1260463 h 3910875"/>
              <a:gd name="connsiteX1" fmla="*/ 1721447 w 4595001"/>
              <a:gd name="connsiteY1" fmla="*/ 622288 h 3910875"/>
              <a:gd name="connsiteX2" fmla="*/ 2197697 w 4595001"/>
              <a:gd name="connsiteY2" fmla="*/ 12688 h 3910875"/>
              <a:gd name="connsiteX3" fmla="*/ 3197822 w 4595001"/>
              <a:gd name="connsiteY3" fmla="*/ 1212838 h 3910875"/>
              <a:gd name="connsiteX4" fmla="*/ 3493097 w 4595001"/>
              <a:gd name="connsiteY4" fmla="*/ 2136763 h 3910875"/>
              <a:gd name="connsiteX5" fmla="*/ 4569422 w 4595001"/>
              <a:gd name="connsiteY5" fmla="*/ 3517888 h 3910875"/>
              <a:gd name="connsiteX6" fmla="*/ 2283422 w 4595001"/>
              <a:gd name="connsiteY6" fmla="*/ 3860788 h 3910875"/>
              <a:gd name="connsiteX7" fmla="*/ 1549997 w 4595001"/>
              <a:gd name="connsiteY7" fmla="*/ 2622538 h 3910875"/>
              <a:gd name="connsiteX8" fmla="*/ 140297 w 4595001"/>
              <a:gd name="connsiteY8" fmla="*/ 2270113 h 3910875"/>
              <a:gd name="connsiteX9" fmla="*/ 216497 w 4595001"/>
              <a:gd name="connsiteY9" fmla="*/ 1422388 h 3910875"/>
              <a:gd name="connsiteX10" fmla="*/ 1607147 w 4595001"/>
              <a:gd name="connsiteY10" fmla="*/ 1260463 h 3910875"/>
              <a:gd name="connsiteX0" fmla="*/ 1657308 w 4597537"/>
              <a:gd name="connsiteY0" fmla="*/ 1040657 h 3910144"/>
              <a:gd name="connsiteX1" fmla="*/ 1723983 w 4597537"/>
              <a:gd name="connsiteY1" fmla="*/ 621557 h 3910144"/>
              <a:gd name="connsiteX2" fmla="*/ 2200233 w 4597537"/>
              <a:gd name="connsiteY2" fmla="*/ 11957 h 3910144"/>
              <a:gd name="connsiteX3" fmla="*/ 3200358 w 4597537"/>
              <a:gd name="connsiteY3" fmla="*/ 1212107 h 3910144"/>
              <a:gd name="connsiteX4" fmla="*/ 3495633 w 4597537"/>
              <a:gd name="connsiteY4" fmla="*/ 2136032 h 3910144"/>
              <a:gd name="connsiteX5" fmla="*/ 4571958 w 4597537"/>
              <a:gd name="connsiteY5" fmla="*/ 3517157 h 3910144"/>
              <a:gd name="connsiteX6" fmla="*/ 2285958 w 4597537"/>
              <a:gd name="connsiteY6" fmla="*/ 3860057 h 3910144"/>
              <a:gd name="connsiteX7" fmla="*/ 1552533 w 4597537"/>
              <a:gd name="connsiteY7" fmla="*/ 2621807 h 3910144"/>
              <a:gd name="connsiteX8" fmla="*/ 142833 w 4597537"/>
              <a:gd name="connsiteY8" fmla="*/ 2269382 h 3910144"/>
              <a:gd name="connsiteX9" fmla="*/ 219033 w 4597537"/>
              <a:gd name="connsiteY9" fmla="*/ 1421657 h 3910144"/>
              <a:gd name="connsiteX10" fmla="*/ 1657308 w 4597537"/>
              <a:gd name="connsiteY10" fmla="*/ 1040657 h 3910144"/>
              <a:gd name="connsiteX0" fmla="*/ 1657308 w 4597537"/>
              <a:gd name="connsiteY0" fmla="*/ 1050027 h 3919514"/>
              <a:gd name="connsiteX1" fmla="*/ 1723983 w 4597537"/>
              <a:gd name="connsiteY1" fmla="*/ 630927 h 3919514"/>
              <a:gd name="connsiteX2" fmla="*/ 2571708 w 4597537"/>
              <a:gd name="connsiteY2" fmla="*/ 11802 h 3919514"/>
              <a:gd name="connsiteX3" fmla="*/ 3200358 w 4597537"/>
              <a:gd name="connsiteY3" fmla="*/ 1221477 h 3919514"/>
              <a:gd name="connsiteX4" fmla="*/ 3495633 w 4597537"/>
              <a:gd name="connsiteY4" fmla="*/ 2145402 h 3919514"/>
              <a:gd name="connsiteX5" fmla="*/ 4571958 w 4597537"/>
              <a:gd name="connsiteY5" fmla="*/ 3526527 h 3919514"/>
              <a:gd name="connsiteX6" fmla="*/ 2285958 w 4597537"/>
              <a:gd name="connsiteY6" fmla="*/ 3869427 h 3919514"/>
              <a:gd name="connsiteX7" fmla="*/ 1552533 w 4597537"/>
              <a:gd name="connsiteY7" fmla="*/ 2631177 h 3919514"/>
              <a:gd name="connsiteX8" fmla="*/ 142833 w 4597537"/>
              <a:gd name="connsiteY8" fmla="*/ 2278752 h 3919514"/>
              <a:gd name="connsiteX9" fmla="*/ 219033 w 4597537"/>
              <a:gd name="connsiteY9" fmla="*/ 1431027 h 3919514"/>
              <a:gd name="connsiteX10" fmla="*/ 1657308 w 4597537"/>
              <a:gd name="connsiteY10" fmla="*/ 1050027 h 3919514"/>
              <a:gd name="connsiteX0" fmla="*/ 1657308 w 4597537"/>
              <a:gd name="connsiteY0" fmla="*/ 1091706 h 3961193"/>
              <a:gd name="connsiteX1" fmla="*/ 1781133 w 4597537"/>
              <a:gd name="connsiteY1" fmla="*/ 301131 h 3961193"/>
              <a:gd name="connsiteX2" fmla="*/ 2571708 w 4597537"/>
              <a:gd name="connsiteY2" fmla="*/ 53481 h 3961193"/>
              <a:gd name="connsiteX3" fmla="*/ 3200358 w 4597537"/>
              <a:gd name="connsiteY3" fmla="*/ 1263156 h 3961193"/>
              <a:gd name="connsiteX4" fmla="*/ 3495633 w 4597537"/>
              <a:gd name="connsiteY4" fmla="*/ 2187081 h 3961193"/>
              <a:gd name="connsiteX5" fmla="*/ 4571958 w 4597537"/>
              <a:gd name="connsiteY5" fmla="*/ 3568206 h 3961193"/>
              <a:gd name="connsiteX6" fmla="*/ 2285958 w 4597537"/>
              <a:gd name="connsiteY6" fmla="*/ 3911106 h 3961193"/>
              <a:gd name="connsiteX7" fmla="*/ 1552533 w 4597537"/>
              <a:gd name="connsiteY7" fmla="*/ 2672856 h 3961193"/>
              <a:gd name="connsiteX8" fmla="*/ 142833 w 4597537"/>
              <a:gd name="connsiteY8" fmla="*/ 2320431 h 3961193"/>
              <a:gd name="connsiteX9" fmla="*/ 219033 w 4597537"/>
              <a:gd name="connsiteY9" fmla="*/ 1472706 h 3961193"/>
              <a:gd name="connsiteX10" fmla="*/ 1657308 w 4597537"/>
              <a:gd name="connsiteY10" fmla="*/ 1091706 h 3961193"/>
              <a:gd name="connsiteX0" fmla="*/ 1657308 w 4597636"/>
              <a:gd name="connsiteY0" fmla="*/ 1058507 h 3927994"/>
              <a:gd name="connsiteX1" fmla="*/ 1781133 w 4597636"/>
              <a:gd name="connsiteY1" fmla="*/ 267932 h 3927994"/>
              <a:gd name="connsiteX2" fmla="*/ 2571708 w 4597636"/>
              <a:gd name="connsiteY2" fmla="*/ 20282 h 3927994"/>
              <a:gd name="connsiteX3" fmla="*/ 3171783 w 4597636"/>
              <a:gd name="connsiteY3" fmla="*/ 725132 h 3927994"/>
              <a:gd name="connsiteX4" fmla="*/ 3495633 w 4597636"/>
              <a:gd name="connsiteY4" fmla="*/ 2153882 h 3927994"/>
              <a:gd name="connsiteX5" fmla="*/ 4571958 w 4597636"/>
              <a:gd name="connsiteY5" fmla="*/ 3535007 h 3927994"/>
              <a:gd name="connsiteX6" fmla="*/ 2285958 w 4597636"/>
              <a:gd name="connsiteY6" fmla="*/ 3877907 h 3927994"/>
              <a:gd name="connsiteX7" fmla="*/ 1552533 w 4597636"/>
              <a:gd name="connsiteY7" fmla="*/ 2639657 h 3927994"/>
              <a:gd name="connsiteX8" fmla="*/ 142833 w 4597636"/>
              <a:gd name="connsiteY8" fmla="*/ 2287232 h 3927994"/>
              <a:gd name="connsiteX9" fmla="*/ 219033 w 4597636"/>
              <a:gd name="connsiteY9" fmla="*/ 1439507 h 3927994"/>
              <a:gd name="connsiteX10" fmla="*/ 1657308 w 4597636"/>
              <a:gd name="connsiteY10" fmla="*/ 1058507 h 3927994"/>
              <a:gd name="connsiteX0" fmla="*/ 1657308 w 3688229"/>
              <a:gd name="connsiteY0" fmla="*/ 1058507 h 3887291"/>
              <a:gd name="connsiteX1" fmla="*/ 1781133 w 3688229"/>
              <a:gd name="connsiteY1" fmla="*/ 267932 h 3887291"/>
              <a:gd name="connsiteX2" fmla="*/ 2571708 w 3688229"/>
              <a:gd name="connsiteY2" fmla="*/ 20282 h 3887291"/>
              <a:gd name="connsiteX3" fmla="*/ 3171783 w 3688229"/>
              <a:gd name="connsiteY3" fmla="*/ 725132 h 3887291"/>
              <a:gd name="connsiteX4" fmla="*/ 3495633 w 3688229"/>
              <a:gd name="connsiteY4" fmla="*/ 2153882 h 3887291"/>
              <a:gd name="connsiteX5" fmla="*/ 3609933 w 3688229"/>
              <a:gd name="connsiteY5" fmla="*/ 3154007 h 3887291"/>
              <a:gd name="connsiteX6" fmla="*/ 2285958 w 3688229"/>
              <a:gd name="connsiteY6" fmla="*/ 3877907 h 3887291"/>
              <a:gd name="connsiteX7" fmla="*/ 1552533 w 3688229"/>
              <a:gd name="connsiteY7" fmla="*/ 2639657 h 3887291"/>
              <a:gd name="connsiteX8" fmla="*/ 142833 w 3688229"/>
              <a:gd name="connsiteY8" fmla="*/ 2287232 h 3887291"/>
              <a:gd name="connsiteX9" fmla="*/ 219033 w 3688229"/>
              <a:gd name="connsiteY9" fmla="*/ 1439507 h 3887291"/>
              <a:gd name="connsiteX10" fmla="*/ 1657308 w 3688229"/>
              <a:gd name="connsiteY10" fmla="*/ 1058507 h 3887291"/>
              <a:gd name="connsiteX0" fmla="*/ 1657308 w 3830182"/>
              <a:gd name="connsiteY0" fmla="*/ 1058507 h 3887753"/>
              <a:gd name="connsiteX1" fmla="*/ 1781133 w 3830182"/>
              <a:gd name="connsiteY1" fmla="*/ 267932 h 3887753"/>
              <a:gd name="connsiteX2" fmla="*/ 2571708 w 3830182"/>
              <a:gd name="connsiteY2" fmla="*/ 20282 h 3887753"/>
              <a:gd name="connsiteX3" fmla="*/ 3171783 w 3830182"/>
              <a:gd name="connsiteY3" fmla="*/ 725132 h 3887753"/>
              <a:gd name="connsiteX4" fmla="*/ 3495633 w 3830182"/>
              <a:gd name="connsiteY4" fmla="*/ 2153882 h 3887753"/>
              <a:gd name="connsiteX5" fmla="*/ 3771858 w 3830182"/>
              <a:gd name="connsiteY5" fmla="*/ 3163532 h 3887753"/>
              <a:gd name="connsiteX6" fmla="*/ 2285958 w 3830182"/>
              <a:gd name="connsiteY6" fmla="*/ 3877907 h 3887753"/>
              <a:gd name="connsiteX7" fmla="*/ 1552533 w 3830182"/>
              <a:gd name="connsiteY7" fmla="*/ 2639657 h 3887753"/>
              <a:gd name="connsiteX8" fmla="*/ 142833 w 3830182"/>
              <a:gd name="connsiteY8" fmla="*/ 2287232 h 3887753"/>
              <a:gd name="connsiteX9" fmla="*/ 219033 w 3830182"/>
              <a:gd name="connsiteY9" fmla="*/ 1439507 h 3887753"/>
              <a:gd name="connsiteX10" fmla="*/ 1657308 w 3830182"/>
              <a:gd name="connsiteY10" fmla="*/ 1058507 h 3887753"/>
              <a:gd name="connsiteX0" fmla="*/ 1657308 w 3831418"/>
              <a:gd name="connsiteY0" fmla="*/ 1058507 h 3373663"/>
              <a:gd name="connsiteX1" fmla="*/ 1781133 w 3831418"/>
              <a:gd name="connsiteY1" fmla="*/ 267932 h 3373663"/>
              <a:gd name="connsiteX2" fmla="*/ 2571708 w 3831418"/>
              <a:gd name="connsiteY2" fmla="*/ 20282 h 3373663"/>
              <a:gd name="connsiteX3" fmla="*/ 3171783 w 3831418"/>
              <a:gd name="connsiteY3" fmla="*/ 725132 h 3373663"/>
              <a:gd name="connsiteX4" fmla="*/ 3495633 w 3831418"/>
              <a:gd name="connsiteY4" fmla="*/ 2153882 h 3373663"/>
              <a:gd name="connsiteX5" fmla="*/ 3771858 w 3831418"/>
              <a:gd name="connsiteY5" fmla="*/ 3163532 h 3373663"/>
              <a:gd name="connsiteX6" fmla="*/ 2266908 w 3831418"/>
              <a:gd name="connsiteY6" fmla="*/ 3334982 h 3373663"/>
              <a:gd name="connsiteX7" fmla="*/ 1552533 w 3831418"/>
              <a:gd name="connsiteY7" fmla="*/ 2639657 h 3373663"/>
              <a:gd name="connsiteX8" fmla="*/ 142833 w 3831418"/>
              <a:gd name="connsiteY8" fmla="*/ 2287232 h 3373663"/>
              <a:gd name="connsiteX9" fmla="*/ 219033 w 3831418"/>
              <a:gd name="connsiteY9" fmla="*/ 1439507 h 3373663"/>
              <a:gd name="connsiteX10" fmla="*/ 1657308 w 3831418"/>
              <a:gd name="connsiteY10" fmla="*/ 1058507 h 3373663"/>
              <a:gd name="connsiteX0" fmla="*/ 1657308 w 3805240"/>
              <a:gd name="connsiteY0" fmla="*/ 1058507 h 3654625"/>
              <a:gd name="connsiteX1" fmla="*/ 1781133 w 3805240"/>
              <a:gd name="connsiteY1" fmla="*/ 267932 h 3654625"/>
              <a:gd name="connsiteX2" fmla="*/ 2571708 w 3805240"/>
              <a:gd name="connsiteY2" fmla="*/ 20282 h 3654625"/>
              <a:gd name="connsiteX3" fmla="*/ 3171783 w 3805240"/>
              <a:gd name="connsiteY3" fmla="*/ 725132 h 3654625"/>
              <a:gd name="connsiteX4" fmla="*/ 3495633 w 3805240"/>
              <a:gd name="connsiteY4" fmla="*/ 2153882 h 3654625"/>
              <a:gd name="connsiteX5" fmla="*/ 3771858 w 3805240"/>
              <a:gd name="connsiteY5" fmla="*/ 3163532 h 3654625"/>
              <a:gd name="connsiteX6" fmla="*/ 2686008 w 3805240"/>
              <a:gd name="connsiteY6" fmla="*/ 3639782 h 3654625"/>
              <a:gd name="connsiteX7" fmla="*/ 1552533 w 3805240"/>
              <a:gd name="connsiteY7" fmla="*/ 2639657 h 3654625"/>
              <a:gd name="connsiteX8" fmla="*/ 142833 w 3805240"/>
              <a:gd name="connsiteY8" fmla="*/ 2287232 h 3654625"/>
              <a:gd name="connsiteX9" fmla="*/ 219033 w 3805240"/>
              <a:gd name="connsiteY9" fmla="*/ 1439507 h 3654625"/>
              <a:gd name="connsiteX10" fmla="*/ 1657308 w 3805240"/>
              <a:gd name="connsiteY10" fmla="*/ 1058507 h 3654625"/>
              <a:gd name="connsiteX0" fmla="*/ 1657308 w 3805240"/>
              <a:gd name="connsiteY0" fmla="*/ 1058507 h 3643991"/>
              <a:gd name="connsiteX1" fmla="*/ 1781133 w 3805240"/>
              <a:gd name="connsiteY1" fmla="*/ 267932 h 3643991"/>
              <a:gd name="connsiteX2" fmla="*/ 2571708 w 3805240"/>
              <a:gd name="connsiteY2" fmla="*/ 20282 h 3643991"/>
              <a:gd name="connsiteX3" fmla="*/ 3171783 w 3805240"/>
              <a:gd name="connsiteY3" fmla="*/ 725132 h 3643991"/>
              <a:gd name="connsiteX4" fmla="*/ 3495633 w 3805240"/>
              <a:gd name="connsiteY4" fmla="*/ 2153882 h 3643991"/>
              <a:gd name="connsiteX5" fmla="*/ 3771858 w 3805240"/>
              <a:gd name="connsiteY5" fmla="*/ 3163532 h 3643991"/>
              <a:gd name="connsiteX6" fmla="*/ 2686008 w 3805240"/>
              <a:gd name="connsiteY6" fmla="*/ 3639782 h 3643991"/>
              <a:gd name="connsiteX7" fmla="*/ 1847808 w 3805240"/>
              <a:gd name="connsiteY7" fmla="*/ 2915882 h 3643991"/>
              <a:gd name="connsiteX8" fmla="*/ 142833 w 3805240"/>
              <a:gd name="connsiteY8" fmla="*/ 2287232 h 3643991"/>
              <a:gd name="connsiteX9" fmla="*/ 219033 w 3805240"/>
              <a:gd name="connsiteY9" fmla="*/ 1439507 h 3643991"/>
              <a:gd name="connsiteX10" fmla="*/ 1657308 w 3805240"/>
              <a:gd name="connsiteY10" fmla="*/ 1058507 h 3643991"/>
              <a:gd name="connsiteX0" fmla="*/ 1487674 w 3635606"/>
              <a:gd name="connsiteY0" fmla="*/ 1058507 h 3643991"/>
              <a:gd name="connsiteX1" fmla="*/ 1611499 w 3635606"/>
              <a:gd name="connsiteY1" fmla="*/ 267932 h 3643991"/>
              <a:gd name="connsiteX2" fmla="*/ 2402074 w 3635606"/>
              <a:gd name="connsiteY2" fmla="*/ 20282 h 3643991"/>
              <a:gd name="connsiteX3" fmla="*/ 3002149 w 3635606"/>
              <a:gd name="connsiteY3" fmla="*/ 725132 h 3643991"/>
              <a:gd name="connsiteX4" fmla="*/ 3325999 w 3635606"/>
              <a:gd name="connsiteY4" fmla="*/ 2153882 h 3643991"/>
              <a:gd name="connsiteX5" fmla="*/ 3602224 w 3635606"/>
              <a:gd name="connsiteY5" fmla="*/ 3163532 h 3643991"/>
              <a:gd name="connsiteX6" fmla="*/ 2516374 w 3635606"/>
              <a:gd name="connsiteY6" fmla="*/ 3639782 h 3643991"/>
              <a:gd name="connsiteX7" fmla="*/ 1678174 w 3635606"/>
              <a:gd name="connsiteY7" fmla="*/ 2915882 h 3643991"/>
              <a:gd name="connsiteX8" fmla="*/ 430399 w 3635606"/>
              <a:gd name="connsiteY8" fmla="*/ 2315807 h 3643991"/>
              <a:gd name="connsiteX9" fmla="*/ 49399 w 3635606"/>
              <a:gd name="connsiteY9" fmla="*/ 1439507 h 3643991"/>
              <a:gd name="connsiteX10" fmla="*/ 1487674 w 3635606"/>
              <a:gd name="connsiteY10" fmla="*/ 1058507 h 3643991"/>
              <a:gd name="connsiteX0" fmla="*/ 1453304 w 3601236"/>
              <a:gd name="connsiteY0" fmla="*/ 1058507 h 3643991"/>
              <a:gd name="connsiteX1" fmla="*/ 1577129 w 3601236"/>
              <a:gd name="connsiteY1" fmla="*/ 267932 h 3643991"/>
              <a:gd name="connsiteX2" fmla="*/ 2367704 w 3601236"/>
              <a:gd name="connsiteY2" fmla="*/ 20282 h 3643991"/>
              <a:gd name="connsiteX3" fmla="*/ 2967779 w 3601236"/>
              <a:gd name="connsiteY3" fmla="*/ 725132 h 3643991"/>
              <a:gd name="connsiteX4" fmla="*/ 3291629 w 3601236"/>
              <a:gd name="connsiteY4" fmla="*/ 2153882 h 3643991"/>
              <a:gd name="connsiteX5" fmla="*/ 3567854 w 3601236"/>
              <a:gd name="connsiteY5" fmla="*/ 3163532 h 3643991"/>
              <a:gd name="connsiteX6" fmla="*/ 2482004 w 3601236"/>
              <a:gd name="connsiteY6" fmla="*/ 3639782 h 3643991"/>
              <a:gd name="connsiteX7" fmla="*/ 1643804 w 3601236"/>
              <a:gd name="connsiteY7" fmla="*/ 2915882 h 3643991"/>
              <a:gd name="connsiteX8" fmla="*/ 738929 w 3601236"/>
              <a:gd name="connsiteY8" fmla="*/ 2534882 h 3643991"/>
              <a:gd name="connsiteX9" fmla="*/ 15029 w 3601236"/>
              <a:gd name="connsiteY9" fmla="*/ 1439507 h 3643991"/>
              <a:gd name="connsiteX10" fmla="*/ 1453304 w 3601236"/>
              <a:gd name="connsiteY10" fmla="*/ 1058507 h 3643991"/>
              <a:gd name="connsiteX0" fmla="*/ 1240809 w 3388741"/>
              <a:gd name="connsiteY0" fmla="*/ 1058507 h 3643991"/>
              <a:gd name="connsiteX1" fmla="*/ 1364634 w 3388741"/>
              <a:gd name="connsiteY1" fmla="*/ 267932 h 3643991"/>
              <a:gd name="connsiteX2" fmla="*/ 2155209 w 3388741"/>
              <a:gd name="connsiteY2" fmla="*/ 20282 h 3643991"/>
              <a:gd name="connsiteX3" fmla="*/ 2755284 w 3388741"/>
              <a:gd name="connsiteY3" fmla="*/ 725132 h 3643991"/>
              <a:gd name="connsiteX4" fmla="*/ 3079134 w 3388741"/>
              <a:gd name="connsiteY4" fmla="*/ 2153882 h 3643991"/>
              <a:gd name="connsiteX5" fmla="*/ 3355359 w 3388741"/>
              <a:gd name="connsiteY5" fmla="*/ 3163532 h 3643991"/>
              <a:gd name="connsiteX6" fmla="*/ 2269509 w 3388741"/>
              <a:gd name="connsiteY6" fmla="*/ 3639782 h 3643991"/>
              <a:gd name="connsiteX7" fmla="*/ 1431309 w 3388741"/>
              <a:gd name="connsiteY7" fmla="*/ 2915882 h 3643991"/>
              <a:gd name="connsiteX8" fmla="*/ 526434 w 3388741"/>
              <a:gd name="connsiteY8" fmla="*/ 2534882 h 3643991"/>
              <a:gd name="connsiteX9" fmla="*/ 21609 w 3388741"/>
              <a:gd name="connsiteY9" fmla="*/ 1487132 h 3643991"/>
              <a:gd name="connsiteX10" fmla="*/ 1240809 w 3388741"/>
              <a:gd name="connsiteY10" fmla="*/ 1058507 h 3643991"/>
              <a:gd name="connsiteX0" fmla="*/ 1220853 w 3387835"/>
              <a:gd name="connsiteY0" fmla="*/ 990954 h 3643113"/>
              <a:gd name="connsiteX1" fmla="*/ 1363728 w 3387835"/>
              <a:gd name="connsiteY1" fmla="*/ 267054 h 3643113"/>
              <a:gd name="connsiteX2" fmla="*/ 2154303 w 3387835"/>
              <a:gd name="connsiteY2" fmla="*/ 19404 h 3643113"/>
              <a:gd name="connsiteX3" fmla="*/ 2754378 w 3387835"/>
              <a:gd name="connsiteY3" fmla="*/ 724254 h 3643113"/>
              <a:gd name="connsiteX4" fmla="*/ 3078228 w 3387835"/>
              <a:gd name="connsiteY4" fmla="*/ 2153004 h 3643113"/>
              <a:gd name="connsiteX5" fmla="*/ 3354453 w 3387835"/>
              <a:gd name="connsiteY5" fmla="*/ 3162654 h 3643113"/>
              <a:gd name="connsiteX6" fmla="*/ 2268603 w 3387835"/>
              <a:gd name="connsiteY6" fmla="*/ 3638904 h 3643113"/>
              <a:gd name="connsiteX7" fmla="*/ 1430403 w 3387835"/>
              <a:gd name="connsiteY7" fmla="*/ 2915004 h 3643113"/>
              <a:gd name="connsiteX8" fmla="*/ 525528 w 3387835"/>
              <a:gd name="connsiteY8" fmla="*/ 2534004 h 3643113"/>
              <a:gd name="connsiteX9" fmla="*/ 20703 w 3387835"/>
              <a:gd name="connsiteY9" fmla="*/ 1486254 h 3643113"/>
              <a:gd name="connsiteX10" fmla="*/ 1220853 w 3387835"/>
              <a:gd name="connsiteY10" fmla="*/ 990954 h 3643113"/>
              <a:gd name="connsiteX0" fmla="*/ 1220853 w 3387835"/>
              <a:gd name="connsiteY0" fmla="*/ 998898 h 3651057"/>
              <a:gd name="connsiteX1" fmla="*/ 1373253 w 3387835"/>
              <a:gd name="connsiteY1" fmla="*/ 227373 h 3651057"/>
              <a:gd name="connsiteX2" fmla="*/ 2154303 w 3387835"/>
              <a:gd name="connsiteY2" fmla="*/ 27348 h 3651057"/>
              <a:gd name="connsiteX3" fmla="*/ 2754378 w 3387835"/>
              <a:gd name="connsiteY3" fmla="*/ 732198 h 3651057"/>
              <a:gd name="connsiteX4" fmla="*/ 3078228 w 3387835"/>
              <a:gd name="connsiteY4" fmla="*/ 2160948 h 3651057"/>
              <a:gd name="connsiteX5" fmla="*/ 3354453 w 3387835"/>
              <a:gd name="connsiteY5" fmla="*/ 3170598 h 3651057"/>
              <a:gd name="connsiteX6" fmla="*/ 2268603 w 3387835"/>
              <a:gd name="connsiteY6" fmla="*/ 3646848 h 3651057"/>
              <a:gd name="connsiteX7" fmla="*/ 1430403 w 3387835"/>
              <a:gd name="connsiteY7" fmla="*/ 2922948 h 3651057"/>
              <a:gd name="connsiteX8" fmla="*/ 525528 w 3387835"/>
              <a:gd name="connsiteY8" fmla="*/ 2541948 h 3651057"/>
              <a:gd name="connsiteX9" fmla="*/ 20703 w 3387835"/>
              <a:gd name="connsiteY9" fmla="*/ 1494198 h 3651057"/>
              <a:gd name="connsiteX10" fmla="*/ 1220853 w 3387835"/>
              <a:gd name="connsiteY10" fmla="*/ 998898 h 3651057"/>
              <a:gd name="connsiteX0" fmla="*/ 1193534 w 3360516"/>
              <a:gd name="connsiteY0" fmla="*/ 998898 h 3651057"/>
              <a:gd name="connsiteX1" fmla="*/ 1345934 w 3360516"/>
              <a:gd name="connsiteY1" fmla="*/ 227373 h 3651057"/>
              <a:gd name="connsiteX2" fmla="*/ 2126984 w 3360516"/>
              <a:gd name="connsiteY2" fmla="*/ 27348 h 3651057"/>
              <a:gd name="connsiteX3" fmla="*/ 2727059 w 3360516"/>
              <a:gd name="connsiteY3" fmla="*/ 732198 h 3651057"/>
              <a:gd name="connsiteX4" fmla="*/ 3050909 w 3360516"/>
              <a:gd name="connsiteY4" fmla="*/ 2160948 h 3651057"/>
              <a:gd name="connsiteX5" fmla="*/ 3327134 w 3360516"/>
              <a:gd name="connsiteY5" fmla="*/ 3170598 h 3651057"/>
              <a:gd name="connsiteX6" fmla="*/ 2241284 w 3360516"/>
              <a:gd name="connsiteY6" fmla="*/ 3646848 h 3651057"/>
              <a:gd name="connsiteX7" fmla="*/ 1403084 w 3360516"/>
              <a:gd name="connsiteY7" fmla="*/ 2922948 h 3651057"/>
              <a:gd name="connsiteX8" fmla="*/ 498209 w 3360516"/>
              <a:gd name="connsiteY8" fmla="*/ 2541948 h 3651057"/>
              <a:gd name="connsiteX9" fmla="*/ 21959 w 3360516"/>
              <a:gd name="connsiteY9" fmla="*/ 1532298 h 3651057"/>
              <a:gd name="connsiteX10" fmla="*/ 1193534 w 3360516"/>
              <a:gd name="connsiteY10" fmla="*/ 998898 h 3651057"/>
              <a:gd name="connsiteX0" fmla="*/ 1225225 w 3392207"/>
              <a:gd name="connsiteY0" fmla="*/ 998898 h 3651057"/>
              <a:gd name="connsiteX1" fmla="*/ 1377625 w 3392207"/>
              <a:gd name="connsiteY1" fmla="*/ 227373 h 3651057"/>
              <a:gd name="connsiteX2" fmla="*/ 2158675 w 3392207"/>
              <a:gd name="connsiteY2" fmla="*/ 27348 h 3651057"/>
              <a:gd name="connsiteX3" fmla="*/ 2758750 w 3392207"/>
              <a:gd name="connsiteY3" fmla="*/ 732198 h 3651057"/>
              <a:gd name="connsiteX4" fmla="*/ 3082600 w 3392207"/>
              <a:gd name="connsiteY4" fmla="*/ 2160948 h 3651057"/>
              <a:gd name="connsiteX5" fmla="*/ 3358825 w 3392207"/>
              <a:gd name="connsiteY5" fmla="*/ 3170598 h 3651057"/>
              <a:gd name="connsiteX6" fmla="*/ 2272975 w 3392207"/>
              <a:gd name="connsiteY6" fmla="*/ 3646848 h 3651057"/>
              <a:gd name="connsiteX7" fmla="*/ 1434775 w 3392207"/>
              <a:gd name="connsiteY7" fmla="*/ 2922948 h 3651057"/>
              <a:gd name="connsiteX8" fmla="*/ 529900 w 3392207"/>
              <a:gd name="connsiteY8" fmla="*/ 2541948 h 3651057"/>
              <a:gd name="connsiteX9" fmla="*/ 53650 w 3392207"/>
              <a:gd name="connsiteY9" fmla="*/ 1532298 h 3651057"/>
              <a:gd name="connsiteX10" fmla="*/ 1225225 w 3392207"/>
              <a:gd name="connsiteY10" fmla="*/ 998898 h 3651057"/>
              <a:gd name="connsiteX0" fmla="*/ 1225225 w 3392207"/>
              <a:gd name="connsiteY0" fmla="*/ 998898 h 3651057"/>
              <a:gd name="connsiteX1" fmla="*/ 1377625 w 3392207"/>
              <a:gd name="connsiteY1" fmla="*/ 227373 h 3651057"/>
              <a:gd name="connsiteX2" fmla="*/ 2158675 w 3392207"/>
              <a:gd name="connsiteY2" fmla="*/ 27348 h 3651057"/>
              <a:gd name="connsiteX3" fmla="*/ 2758750 w 3392207"/>
              <a:gd name="connsiteY3" fmla="*/ 732198 h 3651057"/>
              <a:gd name="connsiteX4" fmla="*/ 3082600 w 3392207"/>
              <a:gd name="connsiteY4" fmla="*/ 2160948 h 3651057"/>
              <a:gd name="connsiteX5" fmla="*/ 3358825 w 3392207"/>
              <a:gd name="connsiteY5" fmla="*/ 3170598 h 3651057"/>
              <a:gd name="connsiteX6" fmla="*/ 2272975 w 3392207"/>
              <a:gd name="connsiteY6" fmla="*/ 3646848 h 3651057"/>
              <a:gd name="connsiteX7" fmla="*/ 1434775 w 3392207"/>
              <a:gd name="connsiteY7" fmla="*/ 2922948 h 3651057"/>
              <a:gd name="connsiteX8" fmla="*/ 529900 w 3392207"/>
              <a:gd name="connsiteY8" fmla="*/ 2541948 h 3651057"/>
              <a:gd name="connsiteX9" fmla="*/ 53650 w 3392207"/>
              <a:gd name="connsiteY9" fmla="*/ 1532298 h 3651057"/>
              <a:gd name="connsiteX10" fmla="*/ 1225225 w 3392207"/>
              <a:gd name="connsiteY10" fmla="*/ 998898 h 3651057"/>
              <a:gd name="connsiteX0" fmla="*/ 1225225 w 3392207"/>
              <a:gd name="connsiteY0" fmla="*/ 998898 h 3650503"/>
              <a:gd name="connsiteX1" fmla="*/ 1377625 w 3392207"/>
              <a:gd name="connsiteY1" fmla="*/ 227373 h 3650503"/>
              <a:gd name="connsiteX2" fmla="*/ 2158675 w 3392207"/>
              <a:gd name="connsiteY2" fmla="*/ 27348 h 3650503"/>
              <a:gd name="connsiteX3" fmla="*/ 2758750 w 3392207"/>
              <a:gd name="connsiteY3" fmla="*/ 732198 h 3650503"/>
              <a:gd name="connsiteX4" fmla="*/ 3082600 w 3392207"/>
              <a:gd name="connsiteY4" fmla="*/ 2160948 h 3650503"/>
              <a:gd name="connsiteX5" fmla="*/ 3358825 w 3392207"/>
              <a:gd name="connsiteY5" fmla="*/ 3170598 h 3650503"/>
              <a:gd name="connsiteX6" fmla="*/ 2272975 w 3392207"/>
              <a:gd name="connsiteY6" fmla="*/ 3646848 h 3650503"/>
              <a:gd name="connsiteX7" fmla="*/ 1368100 w 3392207"/>
              <a:gd name="connsiteY7" fmla="*/ 2941998 h 3650503"/>
              <a:gd name="connsiteX8" fmla="*/ 529900 w 3392207"/>
              <a:gd name="connsiteY8" fmla="*/ 2541948 h 3650503"/>
              <a:gd name="connsiteX9" fmla="*/ 53650 w 3392207"/>
              <a:gd name="connsiteY9" fmla="*/ 1532298 h 3650503"/>
              <a:gd name="connsiteX10" fmla="*/ 1225225 w 3392207"/>
              <a:gd name="connsiteY10" fmla="*/ 998898 h 3650503"/>
              <a:gd name="connsiteX0" fmla="*/ 1187895 w 3354877"/>
              <a:gd name="connsiteY0" fmla="*/ 998898 h 3650503"/>
              <a:gd name="connsiteX1" fmla="*/ 1340295 w 3354877"/>
              <a:gd name="connsiteY1" fmla="*/ 227373 h 3650503"/>
              <a:gd name="connsiteX2" fmla="*/ 2121345 w 3354877"/>
              <a:gd name="connsiteY2" fmla="*/ 27348 h 3650503"/>
              <a:gd name="connsiteX3" fmla="*/ 2721420 w 3354877"/>
              <a:gd name="connsiteY3" fmla="*/ 732198 h 3650503"/>
              <a:gd name="connsiteX4" fmla="*/ 3045270 w 3354877"/>
              <a:gd name="connsiteY4" fmla="*/ 2160948 h 3650503"/>
              <a:gd name="connsiteX5" fmla="*/ 3321495 w 3354877"/>
              <a:gd name="connsiteY5" fmla="*/ 3170598 h 3650503"/>
              <a:gd name="connsiteX6" fmla="*/ 2235645 w 3354877"/>
              <a:gd name="connsiteY6" fmla="*/ 3646848 h 3650503"/>
              <a:gd name="connsiteX7" fmla="*/ 1330770 w 3354877"/>
              <a:gd name="connsiteY7" fmla="*/ 2941998 h 3650503"/>
              <a:gd name="connsiteX8" fmla="*/ 559245 w 3354877"/>
              <a:gd name="connsiteY8" fmla="*/ 2408598 h 3650503"/>
              <a:gd name="connsiteX9" fmla="*/ 16320 w 3354877"/>
              <a:gd name="connsiteY9" fmla="*/ 1532298 h 3650503"/>
              <a:gd name="connsiteX10" fmla="*/ 1187895 w 3354877"/>
              <a:gd name="connsiteY10" fmla="*/ 998898 h 3650503"/>
              <a:gd name="connsiteX0" fmla="*/ 1184660 w 3351642"/>
              <a:gd name="connsiteY0" fmla="*/ 998898 h 3650503"/>
              <a:gd name="connsiteX1" fmla="*/ 1337060 w 3351642"/>
              <a:gd name="connsiteY1" fmla="*/ 227373 h 3650503"/>
              <a:gd name="connsiteX2" fmla="*/ 2118110 w 3351642"/>
              <a:gd name="connsiteY2" fmla="*/ 27348 h 3650503"/>
              <a:gd name="connsiteX3" fmla="*/ 2718185 w 3351642"/>
              <a:gd name="connsiteY3" fmla="*/ 732198 h 3650503"/>
              <a:gd name="connsiteX4" fmla="*/ 3042035 w 3351642"/>
              <a:gd name="connsiteY4" fmla="*/ 2160948 h 3650503"/>
              <a:gd name="connsiteX5" fmla="*/ 3318260 w 3351642"/>
              <a:gd name="connsiteY5" fmla="*/ 3170598 h 3650503"/>
              <a:gd name="connsiteX6" fmla="*/ 2232410 w 3351642"/>
              <a:gd name="connsiteY6" fmla="*/ 3646848 h 3650503"/>
              <a:gd name="connsiteX7" fmla="*/ 1327535 w 3351642"/>
              <a:gd name="connsiteY7" fmla="*/ 2941998 h 3650503"/>
              <a:gd name="connsiteX8" fmla="*/ 603635 w 3351642"/>
              <a:gd name="connsiteY8" fmla="*/ 2589573 h 3650503"/>
              <a:gd name="connsiteX9" fmla="*/ 13085 w 3351642"/>
              <a:gd name="connsiteY9" fmla="*/ 1532298 h 3650503"/>
              <a:gd name="connsiteX10" fmla="*/ 1184660 w 3351642"/>
              <a:gd name="connsiteY10" fmla="*/ 998898 h 3650503"/>
              <a:gd name="connsiteX0" fmla="*/ 830300 w 2997282"/>
              <a:gd name="connsiteY0" fmla="*/ 998898 h 3650503"/>
              <a:gd name="connsiteX1" fmla="*/ 982700 w 2997282"/>
              <a:gd name="connsiteY1" fmla="*/ 227373 h 3650503"/>
              <a:gd name="connsiteX2" fmla="*/ 1763750 w 2997282"/>
              <a:gd name="connsiteY2" fmla="*/ 27348 h 3650503"/>
              <a:gd name="connsiteX3" fmla="*/ 2363825 w 2997282"/>
              <a:gd name="connsiteY3" fmla="*/ 732198 h 3650503"/>
              <a:gd name="connsiteX4" fmla="*/ 2687675 w 2997282"/>
              <a:gd name="connsiteY4" fmla="*/ 2160948 h 3650503"/>
              <a:gd name="connsiteX5" fmla="*/ 2963900 w 2997282"/>
              <a:gd name="connsiteY5" fmla="*/ 3170598 h 3650503"/>
              <a:gd name="connsiteX6" fmla="*/ 1878050 w 2997282"/>
              <a:gd name="connsiteY6" fmla="*/ 3646848 h 3650503"/>
              <a:gd name="connsiteX7" fmla="*/ 973175 w 2997282"/>
              <a:gd name="connsiteY7" fmla="*/ 2941998 h 3650503"/>
              <a:gd name="connsiteX8" fmla="*/ 249275 w 2997282"/>
              <a:gd name="connsiteY8" fmla="*/ 2589573 h 3650503"/>
              <a:gd name="connsiteX9" fmla="*/ 39725 w 2997282"/>
              <a:gd name="connsiteY9" fmla="*/ 1713273 h 3650503"/>
              <a:gd name="connsiteX10" fmla="*/ 830300 w 2997282"/>
              <a:gd name="connsiteY10" fmla="*/ 998898 h 365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97282" h="3650503">
                <a:moveTo>
                  <a:pt x="830300" y="998898"/>
                </a:moveTo>
                <a:cubicBezTo>
                  <a:pt x="987462" y="751248"/>
                  <a:pt x="827125" y="389298"/>
                  <a:pt x="982700" y="227373"/>
                </a:cubicBezTo>
                <a:cubicBezTo>
                  <a:pt x="1138275" y="65448"/>
                  <a:pt x="1533563" y="-56789"/>
                  <a:pt x="1763750" y="27348"/>
                </a:cubicBezTo>
                <a:cubicBezTo>
                  <a:pt x="1993937" y="111485"/>
                  <a:pt x="2209837" y="376598"/>
                  <a:pt x="2363825" y="732198"/>
                </a:cubicBezTo>
                <a:cubicBezTo>
                  <a:pt x="2517813" y="1087798"/>
                  <a:pt x="2587663" y="1754548"/>
                  <a:pt x="2687675" y="2160948"/>
                </a:cubicBezTo>
                <a:cubicBezTo>
                  <a:pt x="2787687" y="2567348"/>
                  <a:pt x="3098837" y="2922948"/>
                  <a:pt x="2963900" y="3170598"/>
                </a:cubicBezTo>
                <a:cubicBezTo>
                  <a:pt x="2828963" y="3418248"/>
                  <a:pt x="2209837" y="3684948"/>
                  <a:pt x="1878050" y="3646848"/>
                </a:cubicBezTo>
                <a:cubicBezTo>
                  <a:pt x="1546263" y="3608748"/>
                  <a:pt x="1244638" y="3118211"/>
                  <a:pt x="973175" y="2941998"/>
                </a:cubicBezTo>
                <a:cubicBezTo>
                  <a:pt x="701713" y="2765786"/>
                  <a:pt x="471525" y="2789598"/>
                  <a:pt x="249275" y="2589573"/>
                </a:cubicBezTo>
                <a:cubicBezTo>
                  <a:pt x="27025" y="2389548"/>
                  <a:pt x="-57112" y="1978385"/>
                  <a:pt x="39725" y="1713273"/>
                </a:cubicBezTo>
                <a:cubicBezTo>
                  <a:pt x="136562" y="1448161"/>
                  <a:pt x="673138" y="1246548"/>
                  <a:pt x="830300" y="998898"/>
                </a:cubicBezTo>
                <a:close/>
              </a:path>
            </a:pathLst>
          </a:custGeom>
          <a:noFill/>
          <a:ln w="28575">
            <a:solidFill>
              <a:srgbClr val="2932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Google Shape;1320;p54"/>
          <p:cNvSpPr txBox="1">
            <a:spLocks noGrp="1"/>
          </p:cNvSpPr>
          <p:nvPr>
            <p:ph type="ctrTitle"/>
          </p:nvPr>
        </p:nvSpPr>
        <p:spPr>
          <a:xfrm>
            <a:off x="1271946" y="1609564"/>
            <a:ext cx="8510047" cy="2025261"/>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b="1" dirty="0">
                <a:solidFill>
                  <a:srgbClr val="293242"/>
                </a:solidFill>
                <a:latin typeface="Century Gothic" panose="020B0502020202020204" pitchFamily="34" charset="0"/>
                <a:ea typeface="Roboto" panose="02000000000000000000" pitchFamily="2" charset="0"/>
              </a:rPr>
              <a:t>VEHICLE PARKING MANAGEMENT SYSTEM</a:t>
            </a:r>
            <a:endParaRPr b="1" dirty="0">
              <a:solidFill>
                <a:srgbClr val="293242"/>
              </a:solidFill>
              <a:latin typeface="Century Gothic" panose="020B0502020202020204" pitchFamily="34" charset="0"/>
              <a:ea typeface="Roboto" panose="02000000000000000000" pitchFamily="2" charset="0"/>
            </a:endParaRPr>
          </a:p>
        </p:txBody>
      </p:sp>
      <p:grpSp>
        <p:nvGrpSpPr>
          <p:cNvPr id="4" name="Group 3"/>
          <p:cNvGrpSpPr/>
          <p:nvPr/>
        </p:nvGrpSpPr>
        <p:grpSpPr>
          <a:xfrm>
            <a:off x="0" y="6592419"/>
            <a:ext cx="12192000" cy="256055"/>
            <a:chOff x="0" y="6592419"/>
            <a:chExt cx="12192000" cy="256055"/>
          </a:xfrm>
        </p:grpSpPr>
        <p:pic>
          <p:nvPicPr>
            <p:cNvPr id="17" name="Picture 11"/>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6096000" y="6592419"/>
              <a:ext cx="6096000" cy="256055"/>
            </a:xfrm>
            <a:prstGeom prst="rect">
              <a:avLst/>
            </a:prstGeom>
          </p:spPr>
        </p:pic>
        <p:pic>
          <p:nvPicPr>
            <p:cNvPr id="21" name="Picture 11"/>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0" y="6592419"/>
              <a:ext cx="6096000" cy="256054"/>
            </a:xfrm>
            <a:prstGeom prst="rect">
              <a:avLst/>
            </a:prstGeom>
          </p:spPr>
        </p:pic>
      </p:grpSp>
      <p:sp>
        <p:nvSpPr>
          <p:cNvPr id="22" name="Freeform 21"/>
          <p:cNvSpPr/>
          <p:nvPr/>
        </p:nvSpPr>
        <p:spPr>
          <a:xfrm rot="18870615">
            <a:off x="-361217" y="-762335"/>
            <a:ext cx="3043244" cy="3340962"/>
          </a:xfrm>
          <a:custGeom>
            <a:avLst/>
            <a:gdLst>
              <a:gd name="connsiteX0" fmla="*/ 1127167 w 4572221"/>
              <a:gd name="connsiteY0" fmla="*/ 1346496 h 3911183"/>
              <a:gd name="connsiteX1" fmla="*/ 1698667 w 4572221"/>
              <a:gd name="connsiteY1" fmla="*/ 622596 h 3911183"/>
              <a:gd name="connsiteX2" fmla="*/ 2174917 w 4572221"/>
              <a:gd name="connsiteY2" fmla="*/ 12996 h 3911183"/>
              <a:gd name="connsiteX3" fmla="*/ 3175042 w 4572221"/>
              <a:gd name="connsiteY3" fmla="*/ 1213146 h 3911183"/>
              <a:gd name="connsiteX4" fmla="*/ 3470317 w 4572221"/>
              <a:gd name="connsiteY4" fmla="*/ 2137071 h 3911183"/>
              <a:gd name="connsiteX5" fmla="*/ 4546642 w 4572221"/>
              <a:gd name="connsiteY5" fmla="*/ 3518196 h 3911183"/>
              <a:gd name="connsiteX6" fmla="*/ 2260642 w 4572221"/>
              <a:gd name="connsiteY6" fmla="*/ 3861096 h 3911183"/>
              <a:gd name="connsiteX7" fmla="*/ 1527217 w 4572221"/>
              <a:gd name="connsiteY7" fmla="*/ 2622846 h 3911183"/>
              <a:gd name="connsiteX8" fmla="*/ 117517 w 4572221"/>
              <a:gd name="connsiteY8" fmla="*/ 2270421 h 3911183"/>
              <a:gd name="connsiteX9" fmla="*/ 193717 w 4572221"/>
              <a:gd name="connsiteY9" fmla="*/ 1422696 h 3911183"/>
              <a:gd name="connsiteX10" fmla="*/ 1127167 w 4572221"/>
              <a:gd name="connsiteY10" fmla="*/ 1346496 h 3911183"/>
              <a:gd name="connsiteX0" fmla="*/ 1607147 w 4595001"/>
              <a:gd name="connsiteY0" fmla="*/ 1260463 h 3910875"/>
              <a:gd name="connsiteX1" fmla="*/ 1721447 w 4595001"/>
              <a:gd name="connsiteY1" fmla="*/ 622288 h 3910875"/>
              <a:gd name="connsiteX2" fmla="*/ 2197697 w 4595001"/>
              <a:gd name="connsiteY2" fmla="*/ 12688 h 3910875"/>
              <a:gd name="connsiteX3" fmla="*/ 3197822 w 4595001"/>
              <a:gd name="connsiteY3" fmla="*/ 1212838 h 3910875"/>
              <a:gd name="connsiteX4" fmla="*/ 3493097 w 4595001"/>
              <a:gd name="connsiteY4" fmla="*/ 2136763 h 3910875"/>
              <a:gd name="connsiteX5" fmla="*/ 4569422 w 4595001"/>
              <a:gd name="connsiteY5" fmla="*/ 3517888 h 3910875"/>
              <a:gd name="connsiteX6" fmla="*/ 2283422 w 4595001"/>
              <a:gd name="connsiteY6" fmla="*/ 3860788 h 3910875"/>
              <a:gd name="connsiteX7" fmla="*/ 1549997 w 4595001"/>
              <a:gd name="connsiteY7" fmla="*/ 2622538 h 3910875"/>
              <a:gd name="connsiteX8" fmla="*/ 140297 w 4595001"/>
              <a:gd name="connsiteY8" fmla="*/ 2270113 h 3910875"/>
              <a:gd name="connsiteX9" fmla="*/ 216497 w 4595001"/>
              <a:gd name="connsiteY9" fmla="*/ 1422388 h 3910875"/>
              <a:gd name="connsiteX10" fmla="*/ 1607147 w 4595001"/>
              <a:gd name="connsiteY10" fmla="*/ 1260463 h 3910875"/>
              <a:gd name="connsiteX0" fmla="*/ 1657308 w 4597537"/>
              <a:gd name="connsiteY0" fmla="*/ 1040657 h 3910144"/>
              <a:gd name="connsiteX1" fmla="*/ 1723983 w 4597537"/>
              <a:gd name="connsiteY1" fmla="*/ 621557 h 3910144"/>
              <a:gd name="connsiteX2" fmla="*/ 2200233 w 4597537"/>
              <a:gd name="connsiteY2" fmla="*/ 11957 h 3910144"/>
              <a:gd name="connsiteX3" fmla="*/ 3200358 w 4597537"/>
              <a:gd name="connsiteY3" fmla="*/ 1212107 h 3910144"/>
              <a:gd name="connsiteX4" fmla="*/ 3495633 w 4597537"/>
              <a:gd name="connsiteY4" fmla="*/ 2136032 h 3910144"/>
              <a:gd name="connsiteX5" fmla="*/ 4571958 w 4597537"/>
              <a:gd name="connsiteY5" fmla="*/ 3517157 h 3910144"/>
              <a:gd name="connsiteX6" fmla="*/ 2285958 w 4597537"/>
              <a:gd name="connsiteY6" fmla="*/ 3860057 h 3910144"/>
              <a:gd name="connsiteX7" fmla="*/ 1552533 w 4597537"/>
              <a:gd name="connsiteY7" fmla="*/ 2621807 h 3910144"/>
              <a:gd name="connsiteX8" fmla="*/ 142833 w 4597537"/>
              <a:gd name="connsiteY8" fmla="*/ 2269382 h 3910144"/>
              <a:gd name="connsiteX9" fmla="*/ 219033 w 4597537"/>
              <a:gd name="connsiteY9" fmla="*/ 1421657 h 3910144"/>
              <a:gd name="connsiteX10" fmla="*/ 1657308 w 4597537"/>
              <a:gd name="connsiteY10" fmla="*/ 1040657 h 3910144"/>
              <a:gd name="connsiteX0" fmla="*/ 1657308 w 4597537"/>
              <a:gd name="connsiteY0" fmla="*/ 1050027 h 3919514"/>
              <a:gd name="connsiteX1" fmla="*/ 1723983 w 4597537"/>
              <a:gd name="connsiteY1" fmla="*/ 630927 h 3919514"/>
              <a:gd name="connsiteX2" fmla="*/ 2571708 w 4597537"/>
              <a:gd name="connsiteY2" fmla="*/ 11802 h 3919514"/>
              <a:gd name="connsiteX3" fmla="*/ 3200358 w 4597537"/>
              <a:gd name="connsiteY3" fmla="*/ 1221477 h 3919514"/>
              <a:gd name="connsiteX4" fmla="*/ 3495633 w 4597537"/>
              <a:gd name="connsiteY4" fmla="*/ 2145402 h 3919514"/>
              <a:gd name="connsiteX5" fmla="*/ 4571958 w 4597537"/>
              <a:gd name="connsiteY5" fmla="*/ 3526527 h 3919514"/>
              <a:gd name="connsiteX6" fmla="*/ 2285958 w 4597537"/>
              <a:gd name="connsiteY6" fmla="*/ 3869427 h 3919514"/>
              <a:gd name="connsiteX7" fmla="*/ 1552533 w 4597537"/>
              <a:gd name="connsiteY7" fmla="*/ 2631177 h 3919514"/>
              <a:gd name="connsiteX8" fmla="*/ 142833 w 4597537"/>
              <a:gd name="connsiteY8" fmla="*/ 2278752 h 3919514"/>
              <a:gd name="connsiteX9" fmla="*/ 219033 w 4597537"/>
              <a:gd name="connsiteY9" fmla="*/ 1431027 h 3919514"/>
              <a:gd name="connsiteX10" fmla="*/ 1657308 w 4597537"/>
              <a:gd name="connsiteY10" fmla="*/ 1050027 h 3919514"/>
              <a:gd name="connsiteX0" fmla="*/ 1657308 w 4597537"/>
              <a:gd name="connsiteY0" fmla="*/ 1091706 h 3961193"/>
              <a:gd name="connsiteX1" fmla="*/ 1781133 w 4597537"/>
              <a:gd name="connsiteY1" fmla="*/ 301131 h 3961193"/>
              <a:gd name="connsiteX2" fmla="*/ 2571708 w 4597537"/>
              <a:gd name="connsiteY2" fmla="*/ 53481 h 3961193"/>
              <a:gd name="connsiteX3" fmla="*/ 3200358 w 4597537"/>
              <a:gd name="connsiteY3" fmla="*/ 1263156 h 3961193"/>
              <a:gd name="connsiteX4" fmla="*/ 3495633 w 4597537"/>
              <a:gd name="connsiteY4" fmla="*/ 2187081 h 3961193"/>
              <a:gd name="connsiteX5" fmla="*/ 4571958 w 4597537"/>
              <a:gd name="connsiteY5" fmla="*/ 3568206 h 3961193"/>
              <a:gd name="connsiteX6" fmla="*/ 2285958 w 4597537"/>
              <a:gd name="connsiteY6" fmla="*/ 3911106 h 3961193"/>
              <a:gd name="connsiteX7" fmla="*/ 1552533 w 4597537"/>
              <a:gd name="connsiteY7" fmla="*/ 2672856 h 3961193"/>
              <a:gd name="connsiteX8" fmla="*/ 142833 w 4597537"/>
              <a:gd name="connsiteY8" fmla="*/ 2320431 h 3961193"/>
              <a:gd name="connsiteX9" fmla="*/ 219033 w 4597537"/>
              <a:gd name="connsiteY9" fmla="*/ 1472706 h 3961193"/>
              <a:gd name="connsiteX10" fmla="*/ 1657308 w 4597537"/>
              <a:gd name="connsiteY10" fmla="*/ 1091706 h 3961193"/>
              <a:gd name="connsiteX0" fmla="*/ 1657308 w 4597636"/>
              <a:gd name="connsiteY0" fmla="*/ 1058507 h 3927994"/>
              <a:gd name="connsiteX1" fmla="*/ 1781133 w 4597636"/>
              <a:gd name="connsiteY1" fmla="*/ 267932 h 3927994"/>
              <a:gd name="connsiteX2" fmla="*/ 2571708 w 4597636"/>
              <a:gd name="connsiteY2" fmla="*/ 20282 h 3927994"/>
              <a:gd name="connsiteX3" fmla="*/ 3171783 w 4597636"/>
              <a:gd name="connsiteY3" fmla="*/ 725132 h 3927994"/>
              <a:gd name="connsiteX4" fmla="*/ 3495633 w 4597636"/>
              <a:gd name="connsiteY4" fmla="*/ 2153882 h 3927994"/>
              <a:gd name="connsiteX5" fmla="*/ 4571958 w 4597636"/>
              <a:gd name="connsiteY5" fmla="*/ 3535007 h 3927994"/>
              <a:gd name="connsiteX6" fmla="*/ 2285958 w 4597636"/>
              <a:gd name="connsiteY6" fmla="*/ 3877907 h 3927994"/>
              <a:gd name="connsiteX7" fmla="*/ 1552533 w 4597636"/>
              <a:gd name="connsiteY7" fmla="*/ 2639657 h 3927994"/>
              <a:gd name="connsiteX8" fmla="*/ 142833 w 4597636"/>
              <a:gd name="connsiteY8" fmla="*/ 2287232 h 3927994"/>
              <a:gd name="connsiteX9" fmla="*/ 219033 w 4597636"/>
              <a:gd name="connsiteY9" fmla="*/ 1439507 h 3927994"/>
              <a:gd name="connsiteX10" fmla="*/ 1657308 w 4597636"/>
              <a:gd name="connsiteY10" fmla="*/ 1058507 h 3927994"/>
              <a:gd name="connsiteX0" fmla="*/ 1657308 w 3688229"/>
              <a:gd name="connsiteY0" fmla="*/ 1058507 h 3887291"/>
              <a:gd name="connsiteX1" fmla="*/ 1781133 w 3688229"/>
              <a:gd name="connsiteY1" fmla="*/ 267932 h 3887291"/>
              <a:gd name="connsiteX2" fmla="*/ 2571708 w 3688229"/>
              <a:gd name="connsiteY2" fmla="*/ 20282 h 3887291"/>
              <a:gd name="connsiteX3" fmla="*/ 3171783 w 3688229"/>
              <a:gd name="connsiteY3" fmla="*/ 725132 h 3887291"/>
              <a:gd name="connsiteX4" fmla="*/ 3495633 w 3688229"/>
              <a:gd name="connsiteY4" fmla="*/ 2153882 h 3887291"/>
              <a:gd name="connsiteX5" fmla="*/ 3609933 w 3688229"/>
              <a:gd name="connsiteY5" fmla="*/ 3154007 h 3887291"/>
              <a:gd name="connsiteX6" fmla="*/ 2285958 w 3688229"/>
              <a:gd name="connsiteY6" fmla="*/ 3877907 h 3887291"/>
              <a:gd name="connsiteX7" fmla="*/ 1552533 w 3688229"/>
              <a:gd name="connsiteY7" fmla="*/ 2639657 h 3887291"/>
              <a:gd name="connsiteX8" fmla="*/ 142833 w 3688229"/>
              <a:gd name="connsiteY8" fmla="*/ 2287232 h 3887291"/>
              <a:gd name="connsiteX9" fmla="*/ 219033 w 3688229"/>
              <a:gd name="connsiteY9" fmla="*/ 1439507 h 3887291"/>
              <a:gd name="connsiteX10" fmla="*/ 1657308 w 3688229"/>
              <a:gd name="connsiteY10" fmla="*/ 1058507 h 3887291"/>
              <a:gd name="connsiteX0" fmla="*/ 1657308 w 3830182"/>
              <a:gd name="connsiteY0" fmla="*/ 1058507 h 3887753"/>
              <a:gd name="connsiteX1" fmla="*/ 1781133 w 3830182"/>
              <a:gd name="connsiteY1" fmla="*/ 267932 h 3887753"/>
              <a:gd name="connsiteX2" fmla="*/ 2571708 w 3830182"/>
              <a:gd name="connsiteY2" fmla="*/ 20282 h 3887753"/>
              <a:gd name="connsiteX3" fmla="*/ 3171783 w 3830182"/>
              <a:gd name="connsiteY3" fmla="*/ 725132 h 3887753"/>
              <a:gd name="connsiteX4" fmla="*/ 3495633 w 3830182"/>
              <a:gd name="connsiteY4" fmla="*/ 2153882 h 3887753"/>
              <a:gd name="connsiteX5" fmla="*/ 3771858 w 3830182"/>
              <a:gd name="connsiteY5" fmla="*/ 3163532 h 3887753"/>
              <a:gd name="connsiteX6" fmla="*/ 2285958 w 3830182"/>
              <a:gd name="connsiteY6" fmla="*/ 3877907 h 3887753"/>
              <a:gd name="connsiteX7" fmla="*/ 1552533 w 3830182"/>
              <a:gd name="connsiteY7" fmla="*/ 2639657 h 3887753"/>
              <a:gd name="connsiteX8" fmla="*/ 142833 w 3830182"/>
              <a:gd name="connsiteY8" fmla="*/ 2287232 h 3887753"/>
              <a:gd name="connsiteX9" fmla="*/ 219033 w 3830182"/>
              <a:gd name="connsiteY9" fmla="*/ 1439507 h 3887753"/>
              <a:gd name="connsiteX10" fmla="*/ 1657308 w 3830182"/>
              <a:gd name="connsiteY10" fmla="*/ 1058507 h 3887753"/>
              <a:gd name="connsiteX0" fmla="*/ 1657308 w 3831418"/>
              <a:gd name="connsiteY0" fmla="*/ 1058507 h 3373663"/>
              <a:gd name="connsiteX1" fmla="*/ 1781133 w 3831418"/>
              <a:gd name="connsiteY1" fmla="*/ 267932 h 3373663"/>
              <a:gd name="connsiteX2" fmla="*/ 2571708 w 3831418"/>
              <a:gd name="connsiteY2" fmla="*/ 20282 h 3373663"/>
              <a:gd name="connsiteX3" fmla="*/ 3171783 w 3831418"/>
              <a:gd name="connsiteY3" fmla="*/ 725132 h 3373663"/>
              <a:gd name="connsiteX4" fmla="*/ 3495633 w 3831418"/>
              <a:gd name="connsiteY4" fmla="*/ 2153882 h 3373663"/>
              <a:gd name="connsiteX5" fmla="*/ 3771858 w 3831418"/>
              <a:gd name="connsiteY5" fmla="*/ 3163532 h 3373663"/>
              <a:gd name="connsiteX6" fmla="*/ 2266908 w 3831418"/>
              <a:gd name="connsiteY6" fmla="*/ 3334982 h 3373663"/>
              <a:gd name="connsiteX7" fmla="*/ 1552533 w 3831418"/>
              <a:gd name="connsiteY7" fmla="*/ 2639657 h 3373663"/>
              <a:gd name="connsiteX8" fmla="*/ 142833 w 3831418"/>
              <a:gd name="connsiteY8" fmla="*/ 2287232 h 3373663"/>
              <a:gd name="connsiteX9" fmla="*/ 219033 w 3831418"/>
              <a:gd name="connsiteY9" fmla="*/ 1439507 h 3373663"/>
              <a:gd name="connsiteX10" fmla="*/ 1657308 w 3831418"/>
              <a:gd name="connsiteY10" fmla="*/ 1058507 h 3373663"/>
              <a:gd name="connsiteX0" fmla="*/ 1657308 w 3805240"/>
              <a:gd name="connsiteY0" fmla="*/ 1058507 h 3654625"/>
              <a:gd name="connsiteX1" fmla="*/ 1781133 w 3805240"/>
              <a:gd name="connsiteY1" fmla="*/ 267932 h 3654625"/>
              <a:gd name="connsiteX2" fmla="*/ 2571708 w 3805240"/>
              <a:gd name="connsiteY2" fmla="*/ 20282 h 3654625"/>
              <a:gd name="connsiteX3" fmla="*/ 3171783 w 3805240"/>
              <a:gd name="connsiteY3" fmla="*/ 725132 h 3654625"/>
              <a:gd name="connsiteX4" fmla="*/ 3495633 w 3805240"/>
              <a:gd name="connsiteY4" fmla="*/ 2153882 h 3654625"/>
              <a:gd name="connsiteX5" fmla="*/ 3771858 w 3805240"/>
              <a:gd name="connsiteY5" fmla="*/ 3163532 h 3654625"/>
              <a:gd name="connsiteX6" fmla="*/ 2686008 w 3805240"/>
              <a:gd name="connsiteY6" fmla="*/ 3639782 h 3654625"/>
              <a:gd name="connsiteX7" fmla="*/ 1552533 w 3805240"/>
              <a:gd name="connsiteY7" fmla="*/ 2639657 h 3654625"/>
              <a:gd name="connsiteX8" fmla="*/ 142833 w 3805240"/>
              <a:gd name="connsiteY8" fmla="*/ 2287232 h 3654625"/>
              <a:gd name="connsiteX9" fmla="*/ 219033 w 3805240"/>
              <a:gd name="connsiteY9" fmla="*/ 1439507 h 3654625"/>
              <a:gd name="connsiteX10" fmla="*/ 1657308 w 3805240"/>
              <a:gd name="connsiteY10" fmla="*/ 1058507 h 3654625"/>
              <a:gd name="connsiteX0" fmla="*/ 1657308 w 3805240"/>
              <a:gd name="connsiteY0" fmla="*/ 1058507 h 3643991"/>
              <a:gd name="connsiteX1" fmla="*/ 1781133 w 3805240"/>
              <a:gd name="connsiteY1" fmla="*/ 267932 h 3643991"/>
              <a:gd name="connsiteX2" fmla="*/ 2571708 w 3805240"/>
              <a:gd name="connsiteY2" fmla="*/ 20282 h 3643991"/>
              <a:gd name="connsiteX3" fmla="*/ 3171783 w 3805240"/>
              <a:gd name="connsiteY3" fmla="*/ 725132 h 3643991"/>
              <a:gd name="connsiteX4" fmla="*/ 3495633 w 3805240"/>
              <a:gd name="connsiteY4" fmla="*/ 2153882 h 3643991"/>
              <a:gd name="connsiteX5" fmla="*/ 3771858 w 3805240"/>
              <a:gd name="connsiteY5" fmla="*/ 3163532 h 3643991"/>
              <a:gd name="connsiteX6" fmla="*/ 2686008 w 3805240"/>
              <a:gd name="connsiteY6" fmla="*/ 3639782 h 3643991"/>
              <a:gd name="connsiteX7" fmla="*/ 1847808 w 3805240"/>
              <a:gd name="connsiteY7" fmla="*/ 2915882 h 3643991"/>
              <a:gd name="connsiteX8" fmla="*/ 142833 w 3805240"/>
              <a:gd name="connsiteY8" fmla="*/ 2287232 h 3643991"/>
              <a:gd name="connsiteX9" fmla="*/ 219033 w 3805240"/>
              <a:gd name="connsiteY9" fmla="*/ 1439507 h 3643991"/>
              <a:gd name="connsiteX10" fmla="*/ 1657308 w 3805240"/>
              <a:gd name="connsiteY10" fmla="*/ 1058507 h 3643991"/>
              <a:gd name="connsiteX0" fmla="*/ 1487674 w 3635606"/>
              <a:gd name="connsiteY0" fmla="*/ 1058507 h 3643991"/>
              <a:gd name="connsiteX1" fmla="*/ 1611499 w 3635606"/>
              <a:gd name="connsiteY1" fmla="*/ 267932 h 3643991"/>
              <a:gd name="connsiteX2" fmla="*/ 2402074 w 3635606"/>
              <a:gd name="connsiteY2" fmla="*/ 20282 h 3643991"/>
              <a:gd name="connsiteX3" fmla="*/ 3002149 w 3635606"/>
              <a:gd name="connsiteY3" fmla="*/ 725132 h 3643991"/>
              <a:gd name="connsiteX4" fmla="*/ 3325999 w 3635606"/>
              <a:gd name="connsiteY4" fmla="*/ 2153882 h 3643991"/>
              <a:gd name="connsiteX5" fmla="*/ 3602224 w 3635606"/>
              <a:gd name="connsiteY5" fmla="*/ 3163532 h 3643991"/>
              <a:gd name="connsiteX6" fmla="*/ 2516374 w 3635606"/>
              <a:gd name="connsiteY6" fmla="*/ 3639782 h 3643991"/>
              <a:gd name="connsiteX7" fmla="*/ 1678174 w 3635606"/>
              <a:gd name="connsiteY7" fmla="*/ 2915882 h 3643991"/>
              <a:gd name="connsiteX8" fmla="*/ 430399 w 3635606"/>
              <a:gd name="connsiteY8" fmla="*/ 2315807 h 3643991"/>
              <a:gd name="connsiteX9" fmla="*/ 49399 w 3635606"/>
              <a:gd name="connsiteY9" fmla="*/ 1439507 h 3643991"/>
              <a:gd name="connsiteX10" fmla="*/ 1487674 w 3635606"/>
              <a:gd name="connsiteY10" fmla="*/ 1058507 h 3643991"/>
              <a:gd name="connsiteX0" fmla="*/ 1453304 w 3601236"/>
              <a:gd name="connsiteY0" fmla="*/ 1058507 h 3643991"/>
              <a:gd name="connsiteX1" fmla="*/ 1577129 w 3601236"/>
              <a:gd name="connsiteY1" fmla="*/ 267932 h 3643991"/>
              <a:gd name="connsiteX2" fmla="*/ 2367704 w 3601236"/>
              <a:gd name="connsiteY2" fmla="*/ 20282 h 3643991"/>
              <a:gd name="connsiteX3" fmla="*/ 2967779 w 3601236"/>
              <a:gd name="connsiteY3" fmla="*/ 725132 h 3643991"/>
              <a:gd name="connsiteX4" fmla="*/ 3291629 w 3601236"/>
              <a:gd name="connsiteY4" fmla="*/ 2153882 h 3643991"/>
              <a:gd name="connsiteX5" fmla="*/ 3567854 w 3601236"/>
              <a:gd name="connsiteY5" fmla="*/ 3163532 h 3643991"/>
              <a:gd name="connsiteX6" fmla="*/ 2482004 w 3601236"/>
              <a:gd name="connsiteY6" fmla="*/ 3639782 h 3643991"/>
              <a:gd name="connsiteX7" fmla="*/ 1643804 w 3601236"/>
              <a:gd name="connsiteY7" fmla="*/ 2915882 h 3643991"/>
              <a:gd name="connsiteX8" fmla="*/ 738929 w 3601236"/>
              <a:gd name="connsiteY8" fmla="*/ 2534882 h 3643991"/>
              <a:gd name="connsiteX9" fmla="*/ 15029 w 3601236"/>
              <a:gd name="connsiteY9" fmla="*/ 1439507 h 3643991"/>
              <a:gd name="connsiteX10" fmla="*/ 1453304 w 3601236"/>
              <a:gd name="connsiteY10" fmla="*/ 1058507 h 3643991"/>
              <a:gd name="connsiteX0" fmla="*/ 1240809 w 3388741"/>
              <a:gd name="connsiteY0" fmla="*/ 1058507 h 3643991"/>
              <a:gd name="connsiteX1" fmla="*/ 1364634 w 3388741"/>
              <a:gd name="connsiteY1" fmla="*/ 267932 h 3643991"/>
              <a:gd name="connsiteX2" fmla="*/ 2155209 w 3388741"/>
              <a:gd name="connsiteY2" fmla="*/ 20282 h 3643991"/>
              <a:gd name="connsiteX3" fmla="*/ 2755284 w 3388741"/>
              <a:gd name="connsiteY3" fmla="*/ 725132 h 3643991"/>
              <a:gd name="connsiteX4" fmla="*/ 3079134 w 3388741"/>
              <a:gd name="connsiteY4" fmla="*/ 2153882 h 3643991"/>
              <a:gd name="connsiteX5" fmla="*/ 3355359 w 3388741"/>
              <a:gd name="connsiteY5" fmla="*/ 3163532 h 3643991"/>
              <a:gd name="connsiteX6" fmla="*/ 2269509 w 3388741"/>
              <a:gd name="connsiteY6" fmla="*/ 3639782 h 3643991"/>
              <a:gd name="connsiteX7" fmla="*/ 1431309 w 3388741"/>
              <a:gd name="connsiteY7" fmla="*/ 2915882 h 3643991"/>
              <a:gd name="connsiteX8" fmla="*/ 526434 w 3388741"/>
              <a:gd name="connsiteY8" fmla="*/ 2534882 h 3643991"/>
              <a:gd name="connsiteX9" fmla="*/ 21609 w 3388741"/>
              <a:gd name="connsiteY9" fmla="*/ 1487132 h 3643991"/>
              <a:gd name="connsiteX10" fmla="*/ 1240809 w 3388741"/>
              <a:gd name="connsiteY10" fmla="*/ 1058507 h 3643991"/>
              <a:gd name="connsiteX0" fmla="*/ 1220853 w 3387835"/>
              <a:gd name="connsiteY0" fmla="*/ 990954 h 3643113"/>
              <a:gd name="connsiteX1" fmla="*/ 1363728 w 3387835"/>
              <a:gd name="connsiteY1" fmla="*/ 267054 h 3643113"/>
              <a:gd name="connsiteX2" fmla="*/ 2154303 w 3387835"/>
              <a:gd name="connsiteY2" fmla="*/ 19404 h 3643113"/>
              <a:gd name="connsiteX3" fmla="*/ 2754378 w 3387835"/>
              <a:gd name="connsiteY3" fmla="*/ 724254 h 3643113"/>
              <a:gd name="connsiteX4" fmla="*/ 3078228 w 3387835"/>
              <a:gd name="connsiteY4" fmla="*/ 2153004 h 3643113"/>
              <a:gd name="connsiteX5" fmla="*/ 3354453 w 3387835"/>
              <a:gd name="connsiteY5" fmla="*/ 3162654 h 3643113"/>
              <a:gd name="connsiteX6" fmla="*/ 2268603 w 3387835"/>
              <a:gd name="connsiteY6" fmla="*/ 3638904 h 3643113"/>
              <a:gd name="connsiteX7" fmla="*/ 1430403 w 3387835"/>
              <a:gd name="connsiteY7" fmla="*/ 2915004 h 3643113"/>
              <a:gd name="connsiteX8" fmla="*/ 525528 w 3387835"/>
              <a:gd name="connsiteY8" fmla="*/ 2534004 h 3643113"/>
              <a:gd name="connsiteX9" fmla="*/ 20703 w 3387835"/>
              <a:gd name="connsiteY9" fmla="*/ 1486254 h 3643113"/>
              <a:gd name="connsiteX10" fmla="*/ 1220853 w 3387835"/>
              <a:gd name="connsiteY10" fmla="*/ 990954 h 3643113"/>
              <a:gd name="connsiteX0" fmla="*/ 1220853 w 3387835"/>
              <a:gd name="connsiteY0" fmla="*/ 998898 h 3651057"/>
              <a:gd name="connsiteX1" fmla="*/ 1373253 w 3387835"/>
              <a:gd name="connsiteY1" fmla="*/ 227373 h 3651057"/>
              <a:gd name="connsiteX2" fmla="*/ 2154303 w 3387835"/>
              <a:gd name="connsiteY2" fmla="*/ 27348 h 3651057"/>
              <a:gd name="connsiteX3" fmla="*/ 2754378 w 3387835"/>
              <a:gd name="connsiteY3" fmla="*/ 732198 h 3651057"/>
              <a:gd name="connsiteX4" fmla="*/ 3078228 w 3387835"/>
              <a:gd name="connsiteY4" fmla="*/ 2160948 h 3651057"/>
              <a:gd name="connsiteX5" fmla="*/ 3354453 w 3387835"/>
              <a:gd name="connsiteY5" fmla="*/ 3170598 h 3651057"/>
              <a:gd name="connsiteX6" fmla="*/ 2268603 w 3387835"/>
              <a:gd name="connsiteY6" fmla="*/ 3646848 h 3651057"/>
              <a:gd name="connsiteX7" fmla="*/ 1430403 w 3387835"/>
              <a:gd name="connsiteY7" fmla="*/ 2922948 h 3651057"/>
              <a:gd name="connsiteX8" fmla="*/ 525528 w 3387835"/>
              <a:gd name="connsiteY8" fmla="*/ 2541948 h 3651057"/>
              <a:gd name="connsiteX9" fmla="*/ 20703 w 3387835"/>
              <a:gd name="connsiteY9" fmla="*/ 1494198 h 3651057"/>
              <a:gd name="connsiteX10" fmla="*/ 1220853 w 3387835"/>
              <a:gd name="connsiteY10" fmla="*/ 998898 h 3651057"/>
              <a:gd name="connsiteX0" fmla="*/ 1193534 w 3360516"/>
              <a:gd name="connsiteY0" fmla="*/ 998898 h 3651057"/>
              <a:gd name="connsiteX1" fmla="*/ 1345934 w 3360516"/>
              <a:gd name="connsiteY1" fmla="*/ 227373 h 3651057"/>
              <a:gd name="connsiteX2" fmla="*/ 2126984 w 3360516"/>
              <a:gd name="connsiteY2" fmla="*/ 27348 h 3651057"/>
              <a:gd name="connsiteX3" fmla="*/ 2727059 w 3360516"/>
              <a:gd name="connsiteY3" fmla="*/ 732198 h 3651057"/>
              <a:gd name="connsiteX4" fmla="*/ 3050909 w 3360516"/>
              <a:gd name="connsiteY4" fmla="*/ 2160948 h 3651057"/>
              <a:gd name="connsiteX5" fmla="*/ 3327134 w 3360516"/>
              <a:gd name="connsiteY5" fmla="*/ 3170598 h 3651057"/>
              <a:gd name="connsiteX6" fmla="*/ 2241284 w 3360516"/>
              <a:gd name="connsiteY6" fmla="*/ 3646848 h 3651057"/>
              <a:gd name="connsiteX7" fmla="*/ 1403084 w 3360516"/>
              <a:gd name="connsiteY7" fmla="*/ 2922948 h 3651057"/>
              <a:gd name="connsiteX8" fmla="*/ 498209 w 3360516"/>
              <a:gd name="connsiteY8" fmla="*/ 2541948 h 3651057"/>
              <a:gd name="connsiteX9" fmla="*/ 21959 w 3360516"/>
              <a:gd name="connsiteY9" fmla="*/ 1532298 h 3651057"/>
              <a:gd name="connsiteX10" fmla="*/ 1193534 w 3360516"/>
              <a:gd name="connsiteY10" fmla="*/ 998898 h 3651057"/>
              <a:gd name="connsiteX0" fmla="*/ 1225225 w 3392207"/>
              <a:gd name="connsiteY0" fmla="*/ 998898 h 3651057"/>
              <a:gd name="connsiteX1" fmla="*/ 1377625 w 3392207"/>
              <a:gd name="connsiteY1" fmla="*/ 227373 h 3651057"/>
              <a:gd name="connsiteX2" fmla="*/ 2158675 w 3392207"/>
              <a:gd name="connsiteY2" fmla="*/ 27348 h 3651057"/>
              <a:gd name="connsiteX3" fmla="*/ 2758750 w 3392207"/>
              <a:gd name="connsiteY3" fmla="*/ 732198 h 3651057"/>
              <a:gd name="connsiteX4" fmla="*/ 3082600 w 3392207"/>
              <a:gd name="connsiteY4" fmla="*/ 2160948 h 3651057"/>
              <a:gd name="connsiteX5" fmla="*/ 3358825 w 3392207"/>
              <a:gd name="connsiteY5" fmla="*/ 3170598 h 3651057"/>
              <a:gd name="connsiteX6" fmla="*/ 2272975 w 3392207"/>
              <a:gd name="connsiteY6" fmla="*/ 3646848 h 3651057"/>
              <a:gd name="connsiteX7" fmla="*/ 1434775 w 3392207"/>
              <a:gd name="connsiteY7" fmla="*/ 2922948 h 3651057"/>
              <a:gd name="connsiteX8" fmla="*/ 529900 w 3392207"/>
              <a:gd name="connsiteY8" fmla="*/ 2541948 h 3651057"/>
              <a:gd name="connsiteX9" fmla="*/ 53650 w 3392207"/>
              <a:gd name="connsiteY9" fmla="*/ 1532298 h 3651057"/>
              <a:gd name="connsiteX10" fmla="*/ 1225225 w 3392207"/>
              <a:gd name="connsiteY10" fmla="*/ 998898 h 3651057"/>
              <a:gd name="connsiteX0" fmla="*/ 1225225 w 3392207"/>
              <a:gd name="connsiteY0" fmla="*/ 998898 h 3651057"/>
              <a:gd name="connsiteX1" fmla="*/ 1377625 w 3392207"/>
              <a:gd name="connsiteY1" fmla="*/ 227373 h 3651057"/>
              <a:gd name="connsiteX2" fmla="*/ 2158675 w 3392207"/>
              <a:gd name="connsiteY2" fmla="*/ 27348 h 3651057"/>
              <a:gd name="connsiteX3" fmla="*/ 2758750 w 3392207"/>
              <a:gd name="connsiteY3" fmla="*/ 732198 h 3651057"/>
              <a:gd name="connsiteX4" fmla="*/ 3082600 w 3392207"/>
              <a:gd name="connsiteY4" fmla="*/ 2160948 h 3651057"/>
              <a:gd name="connsiteX5" fmla="*/ 3358825 w 3392207"/>
              <a:gd name="connsiteY5" fmla="*/ 3170598 h 3651057"/>
              <a:gd name="connsiteX6" fmla="*/ 2272975 w 3392207"/>
              <a:gd name="connsiteY6" fmla="*/ 3646848 h 3651057"/>
              <a:gd name="connsiteX7" fmla="*/ 1434775 w 3392207"/>
              <a:gd name="connsiteY7" fmla="*/ 2922948 h 3651057"/>
              <a:gd name="connsiteX8" fmla="*/ 529900 w 3392207"/>
              <a:gd name="connsiteY8" fmla="*/ 2541948 h 3651057"/>
              <a:gd name="connsiteX9" fmla="*/ 53650 w 3392207"/>
              <a:gd name="connsiteY9" fmla="*/ 1532298 h 3651057"/>
              <a:gd name="connsiteX10" fmla="*/ 1225225 w 3392207"/>
              <a:gd name="connsiteY10" fmla="*/ 998898 h 3651057"/>
              <a:gd name="connsiteX0" fmla="*/ 1225225 w 3392207"/>
              <a:gd name="connsiteY0" fmla="*/ 998898 h 3650503"/>
              <a:gd name="connsiteX1" fmla="*/ 1377625 w 3392207"/>
              <a:gd name="connsiteY1" fmla="*/ 227373 h 3650503"/>
              <a:gd name="connsiteX2" fmla="*/ 2158675 w 3392207"/>
              <a:gd name="connsiteY2" fmla="*/ 27348 h 3650503"/>
              <a:gd name="connsiteX3" fmla="*/ 2758750 w 3392207"/>
              <a:gd name="connsiteY3" fmla="*/ 732198 h 3650503"/>
              <a:gd name="connsiteX4" fmla="*/ 3082600 w 3392207"/>
              <a:gd name="connsiteY4" fmla="*/ 2160948 h 3650503"/>
              <a:gd name="connsiteX5" fmla="*/ 3358825 w 3392207"/>
              <a:gd name="connsiteY5" fmla="*/ 3170598 h 3650503"/>
              <a:gd name="connsiteX6" fmla="*/ 2272975 w 3392207"/>
              <a:gd name="connsiteY6" fmla="*/ 3646848 h 3650503"/>
              <a:gd name="connsiteX7" fmla="*/ 1368100 w 3392207"/>
              <a:gd name="connsiteY7" fmla="*/ 2941998 h 3650503"/>
              <a:gd name="connsiteX8" fmla="*/ 529900 w 3392207"/>
              <a:gd name="connsiteY8" fmla="*/ 2541948 h 3650503"/>
              <a:gd name="connsiteX9" fmla="*/ 53650 w 3392207"/>
              <a:gd name="connsiteY9" fmla="*/ 1532298 h 3650503"/>
              <a:gd name="connsiteX10" fmla="*/ 1225225 w 3392207"/>
              <a:gd name="connsiteY10" fmla="*/ 998898 h 3650503"/>
              <a:gd name="connsiteX0" fmla="*/ 1187895 w 3354877"/>
              <a:gd name="connsiteY0" fmla="*/ 998898 h 3650503"/>
              <a:gd name="connsiteX1" fmla="*/ 1340295 w 3354877"/>
              <a:gd name="connsiteY1" fmla="*/ 227373 h 3650503"/>
              <a:gd name="connsiteX2" fmla="*/ 2121345 w 3354877"/>
              <a:gd name="connsiteY2" fmla="*/ 27348 h 3650503"/>
              <a:gd name="connsiteX3" fmla="*/ 2721420 w 3354877"/>
              <a:gd name="connsiteY3" fmla="*/ 732198 h 3650503"/>
              <a:gd name="connsiteX4" fmla="*/ 3045270 w 3354877"/>
              <a:gd name="connsiteY4" fmla="*/ 2160948 h 3650503"/>
              <a:gd name="connsiteX5" fmla="*/ 3321495 w 3354877"/>
              <a:gd name="connsiteY5" fmla="*/ 3170598 h 3650503"/>
              <a:gd name="connsiteX6" fmla="*/ 2235645 w 3354877"/>
              <a:gd name="connsiteY6" fmla="*/ 3646848 h 3650503"/>
              <a:gd name="connsiteX7" fmla="*/ 1330770 w 3354877"/>
              <a:gd name="connsiteY7" fmla="*/ 2941998 h 3650503"/>
              <a:gd name="connsiteX8" fmla="*/ 559245 w 3354877"/>
              <a:gd name="connsiteY8" fmla="*/ 2408598 h 3650503"/>
              <a:gd name="connsiteX9" fmla="*/ 16320 w 3354877"/>
              <a:gd name="connsiteY9" fmla="*/ 1532298 h 3650503"/>
              <a:gd name="connsiteX10" fmla="*/ 1187895 w 3354877"/>
              <a:gd name="connsiteY10" fmla="*/ 998898 h 3650503"/>
              <a:gd name="connsiteX0" fmla="*/ 1184660 w 3351642"/>
              <a:gd name="connsiteY0" fmla="*/ 998898 h 3650503"/>
              <a:gd name="connsiteX1" fmla="*/ 1337060 w 3351642"/>
              <a:gd name="connsiteY1" fmla="*/ 227373 h 3650503"/>
              <a:gd name="connsiteX2" fmla="*/ 2118110 w 3351642"/>
              <a:gd name="connsiteY2" fmla="*/ 27348 h 3650503"/>
              <a:gd name="connsiteX3" fmla="*/ 2718185 w 3351642"/>
              <a:gd name="connsiteY3" fmla="*/ 732198 h 3650503"/>
              <a:gd name="connsiteX4" fmla="*/ 3042035 w 3351642"/>
              <a:gd name="connsiteY4" fmla="*/ 2160948 h 3650503"/>
              <a:gd name="connsiteX5" fmla="*/ 3318260 w 3351642"/>
              <a:gd name="connsiteY5" fmla="*/ 3170598 h 3650503"/>
              <a:gd name="connsiteX6" fmla="*/ 2232410 w 3351642"/>
              <a:gd name="connsiteY6" fmla="*/ 3646848 h 3650503"/>
              <a:gd name="connsiteX7" fmla="*/ 1327535 w 3351642"/>
              <a:gd name="connsiteY7" fmla="*/ 2941998 h 3650503"/>
              <a:gd name="connsiteX8" fmla="*/ 603635 w 3351642"/>
              <a:gd name="connsiteY8" fmla="*/ 2589573 h 3650503"/>
              <a:gd name="connsiteX9" fmla="*/ 13085 w 3351642"/>
              <a:gd name="connsiteY9" fmla="*/ 1532298 h 3650503"/>
              <a:gd name="connsiteX10" fmla="*/ 1184660 w 3351642"/>
              <a:gd name="connsiteY10" fmla="*/ 998898 h 3650503"/>
              <a:gd name="connsiteX0" fmla="*/ 830300 w 2997282"/>
              <a:gd name="connsiteY0" fmla="*/ 998898 h 3650503"/>
              <a:gd name="connsiteX1" fmla="*/ 982700 w 2997282"/>
              <a:gd name="connsiteY1" fmla="*/ 227373 h 3650503"/>
              <a:gd name="connsiteX2" fmla="*/ 1763750 w 2997282"/>
              <a:gd name="connsiteY2" fmla="*/ 27348 h 3650503"/>
              <a:gd name="connsiteX3" fmla="*/ 2363825 w 2997282"/>
              <a:gd name="connsiteY3" fmla="*/ 732198 h 3650503"/>
              <a:gd name="connsiteX4" fmla="*/ 2687675 w 2997282"/>
              <a:gd name="connsiteY4" fmla="*/ 2160948 h 3650503"/>
              <a:gd name="connsiteX5" fmla="*/ 2963900 w 2997282"/>
              <a:gd name="connsiteY5" fmla="*/ 3170598 h 3650503"/>
              <a:gd name="connsiteX6" fmla="*/ 1878050 w 2997282"/>
              <a:gd name="connsiteY6" fmla="*/ 3646848 h 3650503"/>
              <a:gd name="connsiteX7" fmla="*/ 973175 w 2997282"/>
              <a:gd name="connsiteY7" fmla="*/ 2941998 h 3650503"/>
              <a:gd name="connsiteX8" fmla="*/ 249275 w 2997282"/>
              <a:gd name="connsiteY8" fmla="*/ 2589573 h 3650503"/>
              <a:gd name="connsiteX9" fmla="*/ 39725 w 2997282"/>
              <a:gd name="connsiteY9" fmla="*/ 1713273 h 3650503"/>
              <a:gd name="connsiteX10" fmla="*/ 830300 w 2997282"/>
              <a:gd name="connsiteY10" fmla="*/ 998898 h 365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97282" h="3650503">
                <a:moveTo>
                  <a:pt x="830300" y="998898"/>
                </a:moveTo>
                <a:cubicBezTo>
                  <a:pt x="987462" y="751248"/>
                  <a:pt x="827125" y="389298"/>
                  <a:pt x="982700" y="227373"/>
                </a:cubicBezTo>
                <a:cubicBezTo>
                  <a:pt x="1138275" y="65448"/>
                  <a:pt x="1533563" y="-56789"/>
                  <a:pt x="1763750" y="27348"/>
                </a:cubicBezTo>
                <a:cubicBezTo>
                  <a:pt x="1993937" y="111485"/>
                  <a:pt x="2209837" y="376598"/>
                  <a:pt x="2363825" y="732198"/>
                </a:cubicBezTo>
                <a:cubicBezTo>
                  <a:pt x="2517813" y="1087798"/>
                  <a:pt x="2587663" y="1754548"/>
                  <a:pt x="2687675" y="2160948"/>
                </a:cubicBezTo>
                <a:cubicBezTo>
                  <a:pt x="2787687" y="2567348"/>
                  <a:pt x="3098837" y="2922948"/>
                  <a:pt x="2963900" y="3170598"/>
                </a:cubicBezTo>
                <a:cubicBezTo>
                  <a:pt x="2828963" y="3418248"/>
                  <a:pt x="2209837" y="3684948"/>
                  <a:pt x="1878050" y="3646848"/>
                </a:cubicBezTo>
                <a:cubicBezTo>
                  <a:pt x="1546263" y="3608748"/>
                  <a:pt x="1244638" y="3118211"/>
                  <a:pt x="973175" y="2941998"/>
                </a:cubicBezTo>
                <a:cubicBezTo>
                  <a:pt x="701713" y="2765786"/>
                  <a:pt x="471525" y="2789598"/>
                  <a:pt x="249275" y="2589573"/>
                </a:cubicBezTo>
                <a:cubicBezTo>
                  <a:pt x="27025" y="2389548"/>
                  <a:pt x="-57112" y="1978385"/>
                  <a:pt x="39725" y="1713273"/>
                </a:cubicBezTo>
                <a:cubicBezTo>
                  <a:pt x="136562" y="1448161"/>
                  <a:pt x="673138" y="1246548"/>
                  <a:pt x="830300" y="998898"/>
                </a:cubicBezTo>
                <a:close/>
              </a:path>
            </a:pathLst>
          </a:custGeom>
          <a:noFill/>
          <a:ln w="28575">
            <a:solidFill>
              <a:srgbClr val="2932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1"/>
          <p:cNvSpPr/>
          <p:nvPr/>
        </p:nvSpPr>
        <p:spPr>
          <a:xfrm rot="1800000">
            <a:off x="-118142" y="4277950"/>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B3A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1"/>
          <p:cNvSpPr/>
          <p:nvPr/>
        </p:nvSpPr>
        <p:spPr>
          <a:xfrm rot="1800000">
            <a:off x="-629902" y="3534814"/>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1"/>
          <p:cNvSpPr/>
          <p:nvPr/>
        </p:nvSpPr>
        <p:spPr>
          <a:xfrm rot="16016294">
            <a:off x="-497990" y="3771848"/>
            <a:ext cx="1242317" cy="13285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00695E96-5F87-9BD8-320D-41B32A07C4A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0770" r="3513" b="13779"/>
          <a:stretch/>
        </p:blipFill>
        <p:spPr>
          <a:xfrm>
            <a:off x="3544039" y="3942377"/>
            <a:ext cx="4151760" cy="2612117"/>
          </a:xfrm>
          <a:prstGeom prst="rect">
            <a:avLst/>
          </a:prstGeom>
        </p:spPr>
      </p:pic>
    </p:spTree>
    <p:extLst>
      <p:ext uri="{BB962C8B-B14F-4D97-AF65-F5344CB8AC3E}">
        <p14:creationId xmlns:p14="http://schemas.microsoft.com/office/powerpoint/2010/main" val="3296437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1000"/>
                                        <p:tgtEl>
                                          <p:spTgt spid="15"/>
                                        </p:tgtEl>
                                      </p:cBhvr>
                                    </p:animEffect>
                                    <p:anim calcmode="lin" valueType="num">
                                      <p:cBhvr>
                                        <p:cTn id="14" dur="1000" fill="hold"/>
                                        <p:tgtEl>
                                          <p:spTgt spid="15"/>
                                        </p:tgtEl>
                                        <p:attrNameLst>
                                          <p:attrName>ppt_x</p:attrName>
                                        </p:attrNameLst>
                                      </p:cBhvr>
                                      <p:tavLst>
                                        <p:tav tm="0">
                                          <p:val>
                                            <p:strVal val="#ppt_x"/>
                                          </p:val>
                                        </p:tav>
                                        <p:tav tm="100000">
                                          <p:val>
                                            <p:strVal val="#ppt_x"/>
                                          </p:val>
                                        </p:tav>
                                      </p:tavLst>
                                    </p:anim>
                                    <p:anim calcmode="lin" valueType="num">
                                      <p:cBhvr>
                                        <p:cTn id="1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Picture 4"/>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591968" y="-405287"/>
            <a:ext cx="2706352" cy="2706352"/>
          </a:xfrm>
          <a:prstGeom prst="rect">
            <a:avLst/>
          </a:prstGeom>
        </p:spPr>
      </p:pic>
      <p:sp>
        <p:nvSpPr>
          <p:cNvPr id="8" name="Google Shape;1320;p54"/>
          <p:cNvSpPr txBox="1">
            <a:spLocks/>
          </p:cNvSpPr>
          <p:nvPr/>
        </p:nvSpPr>
        <p:spPr>
          <a:xfrm>
            <a:off x="3062376" y="421457"/>
            <a:ext cx="4651818" cy="790600"/>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Content</a:t>
            </a:r>
          </a:p>
        </p:txBody>
      </p:sp>
      <p:pic>
        <p:nvPicPr>
          <p:cNvPr id="27" name="Picture 6"/>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a:stretch>
            <a:fillRect/>
          </a:stretch>
        </p:blipFill>
        <p:spPr>
          <a:xfrm rot="13973757">
            <a:off x="10451263" y="4100328"/>
            <a:ext cx="1161395" cy="2890350"/>
          </a:xfrm>
          <a:prstGeom prst="rect">
            <a:avLst/>
          </a:prstGeom>
        </p:spPr>
      </p:pic>
      <p:sp>
        <p:nvSpPr>
          <p:cNvPr id="30" name="Oval 1"/>
          <p:cNvSpPr/>
          <p:nvPr/>
        </p:nvSpPr>
        <p:spPr>
          <a:xfrm rot="1800000">
            <a:off x="9505127" y="-211687"/>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B3A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1"/>
          <p:cNvSpPr/>
          <p:nvPr/>
        </p:nvSpPr>
        <p:spPr>
          <a:xfrm rot="1800000">
            <a:off x="10483703" y="1146507"/>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1"/>
          <p:cNvSpPr/>
          <p:nvPr/>
        </p:nvSpPr>
        <p:spPr>
          <a:xfrm rot="16016294">
            <a:off x="10415530" y="887010"/>
            <a:ext cx="1242317" cy="13285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1320;p54">
            <a:extLst>
              <a:ext uri="{FF2B5EF4-FFF2-40B4-BE49-F238E27FC236}">
                <a16:creationId xmlns:a16="http://schemas.microsoft.com/office/drawing/2014/main" id="{0B7B946E-93D1-77E9-1339-3CDF8B8A140B}"/>
              </a:ext>
            </a:extLst>
          </p:cNvPr>
          <p:cNvSpPr txBox="1">
            <a:spLocks/>
          </p:cNvSpPr>
          <p:nvPr/>
        </p:nvSpPr>
        <p:spPr>
          <a:xfrm>
            <a:off x="6391542" y="5162428"/>
            <a:ext cx="879918" cy="790600"/>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08</a:t>
            </a:r>
          </a:p>
        </p:txBody>
      </p:sp>
      <p:sp>
        <p:nvSpPr>
          <p:cNvPr id="5" name="Google Shape;1321;p54">
            <a:extLst>
              <a:ext uri="{FF2B5EF4-FFF2-40B4-BE49-F238E27FC236}">
                <a16:creationId xmlns:a16="http://schemas.microsoft.com/office/drawing/2014/main" id="{DCB925A1-D6F5-2B0B-9440-614FAD54525B}"/>
              </a:ext>
            </a:extLst>
          </p:cNvPr>
          <p:cNvSpPr txBox="1">
            <a:spLocks/>
          </p:cNvSpPr>
          <p:nvPr/>
        </p:nvSpPr>
        <p:spPr>
          <a:xfrm>
            <a:off x="7413425" y="5255685"/>
            <a:ext cx="3512403"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2200" dirty="0">
                <a:solidFill>
                  <a:schemeClr val="bg2">
                    <a:lumMod val="10000"/>
                  </a:schemeClr>
                </a:solidFill>
                <a:latin typeface="Roboto" panose="02000000000000000000" pitchFamily="2" charset="0"/>
                <a:ea typeface="Roboto" panose="02000000000000000000" pitchFamily="2" charset="0"/>
              </a:rPr>
              <a:t>Conclusion</a:t>
            </a:r>
          </a:p>
        </p:txBody>
      </p:sp>
      <p:sp>
        <p:nvSpPr>
          <p:cNvPr id="2" name="Google Shape;1320;p54">
            <a:extLst>
              <a:ext uri="{FF2B5EF4-FFF2-40B4-BE49-F238E27FC236}">
                <a16:creationId xmlns:a16="http://schemas.microsoft.com/office/drawing/2014/main" id="{A587A382-B28C-5912-C149-A958E2F77E21}"/>
              </a:ext>
            </a:extLst>
          </p:cNvPr>
          <p:cNvSpPr txBox="1">
            <a:spLocks/>
          </p:cNvSpPr>
          <p:nvPr/>
        </p:nvSpPr>
        <p:spPr>
          <a:xfrm>
            <a:off x="1285260" y="4932904"/>
            <a:ext cx="903143" cy="102012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04</a:t>
            </a:r>
          </a:p>
        </p:txBody>
      </p:sp>
      <p:sp>
        <p:nvSpPr>
          <p:cNvPr id="6" name="Google Shape;1320;p54">
            <a:extLst>
              <a:ext uri="{FF2B5EF4-FFF2-40B4-BE49-F238E27FC236}">
                <a16:creationId xmlns:a16="http://schemas.microsoft.com/office/drawing/2014/main" id="{AC317B9F-B281-AC6E-4548-98674F645B9F}"/>
              </a:ext>
            </a:extLst>
          </p:cNvPr>
          <p:cNvSpPr txBox="1">
            <a:spLocks/>
          </p:cNvSpPr>
          <p:nvPr/>
        </p:nvSpPr>
        <p:spPr>
          <a:xfrm>
            <a:off x="6296326" y="3779280"/>
            <a:ext cx="903143" cy="102012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07</a:t>
            </a:r>
          </a:p>
        </p:txBody>
      </p:sp>
      <p:sp>
        <p:nvSpPr>
          <p:cNvPr id="7" name="Google Shape;1321;p54">
            <a:extLst>
              <a:ext uri="{FF2B5EF4-FFF2-40B4-BE49-F238E27FC236}">
                <a16:creationId xmlns:a16="http://schemas.microsoft.com/office/drawing/2014/main" id="{ECB3003D-70B0-5BC5-F37E-2416AFD2E7F6}"/>
              </a:ext>
            </a:extLst>
          </p:cNvPr>
          <p:cNvSpPr txBox="1">
            <a:spLocks/>
          </p:cNvSpPr>
          <p:nvPr/>
        </p:nvSpPr>
        <p:spPr>
          <a:xfrm>
            <a:off x="7413425" y="4083566"/>
            <a:ext cx="4214913" cy="810655"/>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2200" dirty="0">
                <a:solidFill>
                  <a:schemeClr val="bg2">
                    <a:lumMod val="10000"/>
                  </a:schemeClr>
                </a:solidFill>
                <a:latin typeface="Roboto" panose="02000000000000000000" pitchFamily="2" charset="0"/>
                <a:ea typeface="Roboto" panose="02000000000000000000" pitchFamily="2" charset="0"/>
              </a:rPr>
              <a:t>Future Scope</a:t>
            </a:r>
          </a:p>
        </p:txBody>
      </p:sp>
      <p:sp>
        <p:nvSpPr>
          <p:cNvPr id="12" name="Google Shape;1321;p54">
            <a:extLst>
              <a:ext uri="{FF2B5EF4-FFF2-40B4-BE49-F238E27FC236}">
                <a16:creationId xmlns:a16="http://schemas.microsoft.com/office/drawing/2014/main" id="{AF93EF36-218D-F414-DEC5-7E1725E6ABB9}"/>
              </a:ext>
            </a:extLst>
          </p:cNvPr>
          <p:cNvSpPr txBox="1">
            <a:spLocks/>
          </p:cNvSpPr>
          <p:nvPr/>
        </p:nvSpPr>
        <p:spPr>
          <a:xfrm>
            <a:off x="2403449" y="5306041"/>
            <a:ext cx="4214913" cy="905904"/>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2200" dirty="0">
                <a:solidFill>
                  <a:schemeClr val="bg2">
                    <a:lumMod val="10000"/>
                  </a:schemeClr>
                </a:solidFill>
                <a:latin typeface="Roboto" panose="02000000000000000000" pitchFamily="2" charset="0"/>
                <a:ea typeface="Roboto" panose="02000000000000000000" pitchFamily="2" charset="0"/>
              </a:rPr>
              <a:t>Tools/Platform</a:t>
            </a:r>
          </a:p>
        </p:txBody>
      </p:sp>
      <p:sp>
        <p:nvSpPr>
          <p:cNvPr id="4" name="Google Shape;1320;p54">
            <a:extLst>
              <a:ext uri="{FF2B5EF4-FFF2-40B4-BE49-F238E27FC236}">
                <a16:creationId xmlns:a16="http://schemas.microsoft.com/office/drawing/2014/main" id="{3DF3698B-99B4-9C06-DBF6-B562894C2AF2}"/>
              </a:ext>
            </a:extLst>
          </p:cNvPr>
          <p:cNvSpPr txBox="1">
            <a:spLocks/>
          </p:cNvSpPr>
          <p:nvPr/>
        </p:nvSpPr>
        <p:spPr>
          <a:xfrm>
            <a:off x="1179441" y="1305643"/>
            <a:ext cx="903143" cy="102012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01</a:t>
            </a:r>
          </a:p>
        </p:txBody>
      </p:sp>
      <p:sp>
        <p:nvSpPr>
          <p:cNvPr id="16" name="Google Shape;1321;p54">
            <a:extLst>
              <a:ext uri="{FF2B5EF4-FFF2-40B4-BE49-F238E27FC236}">
                <a16:creationId xmlns:a16="http://schemas.microsoft.com/office/drawing/2014/main" id="{31F990C8-CE1C-A084-3F1D-1F2AA98288DE}"/>
              </a:ext>
            </a:extLst>
          </p:cNvPr>
          <p:cNvSpPr txBox="1">
            <a:spLocks/>
          </p:cNvSpPr>
          <p:nvPr/>
        </p:nvSpPr>
        <p:spPr>
          <a:xfrm>
            <a:off x="2124803" y="1584610"/>
            <a:ext cx="4010025" cy="890694"/>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2200" dirty="0">
                <a:solidFill>
                  <a:schemeClr val="bg2">
                    <a:lumMod val="10000"/>
                  </a:schemeClr>
                </a:solidFill>
                <a:latin typeface="Roboto" panose="02000000000000000000" pitchFamily="2" charset="0"/>
                <a:ea typeface="Roboto" panose="02000000000000000000" pitchFamily="2" charset="0"/>
              </a:rPr>
              <a:t>What is Parking Management </a:t>
            </a:r>
          </a:p>
          <a:p>
            <a:pPr marL="0" indent="0">
              <a:spcBef>
                <a:spcPts val="0"/>
              </a:spcBef>
              <a:buClr>
                <a:schemeClr val="dk1"/>
              </a:buClr>
              <a:buSzPts val="1100"/>
              <a:buFont typeface="Arial"/>
              <a:buNone/>
            </a:pPr>
            <a:r>
              <a:rPr lang="en-US" sz="2200" dirty="0">
                <a:solidFill>
                  <a:schemeClr val="bg2">
                    <a:lumMod val="10000"/>
                  </a:schemeClr>
                </a:solidFill>
                <a:latin typeface="Roboto" panose="02000000000000000000" pitchFamily="2" charset="0"/>
                <a:ea typeface="Roboto" panose="02000000000000000000" pitchFamily="2" charset="0"/>
              </a:rPr>
              <a:t>System ?</a:t>
            </a:r>
          </a:p>
        </p:txBody>
      </p:sp>
      <p:sp>
        <p:nvSpPr>
          <p:cNvPr id="17" name="Google Shape;1320;p54">
            <a:extLst>
              <a:ext uri="{FF2B5EF4-FFF2-40B4-BE49-F238E27FC236}">
                <a16:creationId xmlns:a16="http://schemas.microsoft.com/office/drawing/2014/main" id="{0BBAC6F3-6BEB-F723-36E7-28F7CE6DE895}"/>
              </a:ext>
            </a:extLst>
          </p:cNvPr>
          <p:cNvSpPr txBox="1">
            <a:spLocks/>
          </p:cNvSpPr>
          <p:nvPr/>
        </p:nvSpPr>
        <p:spPr>
          <a:xfrm>
            <a:off x="1179441" y="2591707"/>
            <a:ext cx="903143" cy="102012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02</a:t>
            </a:r>
          </a:p>
        </p:txBody>
      </p:sp>
      <p:sp>
        <p:nvSpPr>
          <p:cNvPr id="20" name="Google Shape;1321;p54">
            <a:extLst>
              <a:ext uri="{FF2B5EF4-FFF2-40B4-BE49-F238E27FC236}">
                <a16:creationId xmlns:a16="http://schemas.microsoft.com/office/drawing/2014/main" id="{86F21414-9B79-02DB-8EF4-9623BC8DBC33}"/>
              </a:ext>
            </a:extLst>
          </p:cNvPr>
          <p:cNvSpPr txBox="1">
            <a:spLocks/>
          </p:cNvSpPr>
          <p:nvPr/>
        </p:nvSpPr>
        <p:spPr>
          <a:xfrm>
            <a:off x="2234368" y="2939517"/>
            <a:ext cx="3605111" cy="864490"/>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2200" dirty="0">
                <a:solidFill>
                  <a:schemeClr val="bg2">
                    <a:lumMod val="10000"/>
                  </a:schemeClr>
                </a:solidFill>
                <a:latin typeface="Roboto" panose="02000000000000000000" pitchFamily="2" charset="0"/>
                <a:ea typeface="Roboto" panose="02000000000000000000" pitchFamily="2" charset="0"/>
              </a:rPr>
              <a:t>Objective</a:t>
            </a:r>
          </a:p>
        </p:txBody>
      </p:sp>
      <p:sp>
        <p:nvSpPr>
          <p:cNvPr id="24" name="Google Shape;1320;p54">
            <a:extLst>
              <a:ext uri="{FF2B5EF4-FFF2-40B4-BE49-F238E27FC236}">
                <a16:creationId xmlns:a16="http://schemas.microsoft.com/office/drawing/2014/main" id="{07084D9F-82F9-1F0C-0026-6CBB1F891306}"/>
              </a:ext>
            </a:extLst>
          </p:cNvPr>
          <p:cNvSpPr txBox="1">
            <a:spLocks/>
          </p:cNvSpPr>
          <p:nvPr/>
        </p:nvSpPr>
        <p:spPr>
          <a:xfrm>
            <a:off x="1285261" y="3779280"/>
            <a:ext cx="903143" cy="102012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03</a:t>
            </a:r>
          </a:p>
        </p:txBody>
      </p:sp>
      <p:sp>
        <p:nvSpPr>
          <p:cNvPr id="25" name="Google Shape;1321;p54">
            <a:extLst>
              <a:ext uri="{FF2B5EF4-FFF2-40B4-BE49-F238E27FC236}">
                <a16:creationId xmlns:a16="http://schemas.microsoft.com/office/drawing/2014/main" id="{E21C9567-29B0-412C-ED17-CAD5F84CDB4C}"/>
              </a:ext>
            </a:extLst>
          </p:cNvPr>
          <p:cNvSpPr txBox="1">
            <a:spLocks/>
          </p:cNvSpPr>
          <p:nvPr/>
        </p:nvSpPr>
        <p:spPr>
          <a:xfrm>
            <a:off x="2331075" y="4078527"/>
            <a:ext cx="3605111" cy="864490"/>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2200" dirty="0">
                <a:solidFill>
                  <a:schemeClr val="bg2">
                    <a:lumMod val="10000"/>
                  </a:schemeClr>
                </a:solidFill>
                <a:latin typeface="Roboto" panose="02000000000000000000" pitchFamily="2" charset="0"/>
                <a:ea typeface="Roboto" panose="02000000000000000000" pitchFamily="2" charset="0"/>
              </a:rPr>
              <a:t>Project Features And Project Architecture</a:t>
            </a:r>
          </a:p>
        </p:txBody>
      </p:sp>
      <p:sp>
        <p:nvSpPr>
          <p:cNvPr id="28" name="Google Shape;1320;p54">
            <a:extLst>
              <a:ext uri="{FF2B5EF4-FFF2-40B4-BE49-F238E27FC236}">
                <a16:creationId xmlns:a16="http://schemas.microsoft.com/office/drawing/2014/main" id="{9A62C55A-D5E7-6626-3899-781007ADCF3D}"/>
              </a:ext>
            </a:extLst>
          </p:cNvPr>
          <p:cNvSpPr txBox="1">
            <a:spLocks/>
          </p:cNvSpPr>
          <p:nvPr/>
        </p:nvSpPr>
        <p:spPr>
          <a:xfrm>
            <a:off x="6166791" y="1318255"/>
            <a:ext cx="903143" cy="102012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05</a:t>
            </a:r>
          </a:p>
        </p:txBody>
      </p:sp>
      <p:sp>
        <p:nvSpPr>
          <p:cNvPr id="29" name="Google Shape;1321;p54">
            <a:extLst>
              <a:ext uri="{FF2B5EF4-FFF2-40B4-BE49-F238E27FC236}">
                <a16:creationId xmlns:a16="http://schemas.microsoft.com/office/drawing/2014/main" id="{D1244BAE-792A-5C39-256E-867EEB32D6DB}"/>
              </a:ext>
            </a:extLst>
          </p:cNvPr>
          <p:cNvSpPr txBox="1">
            <a:spLocks/>
          </p:cNvSpPr>
          <p:nvPr/>
        </p:nvSpPr>
        <p:spPr>
          <a:xfrm>
            <a:off x="7199469" y="1681557"/>
            <a:ext cx="3605111" cy="864490"/>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2200" dirty="0">
                <a:solidFill>
                  <a:schemeClr val="bg2">
                    <a:lumMod val="10000"/>
                  </a:schemeClr>
                </a:solidFill>
                <a:latin typeface="Roboto" panose="02000000000000000000" pitchFamily="2" charset="0"/>
                <a:ea typeface="Roboto" panose="02000000000000000000" pitchFamily="2" charset="0"/>
              </a:rPr>
              <a:t>Implementation</a:t>
            </a:r>
          </a:p>
        </p:txBody>
      </p:sp>
      <p:sp>
        <p:nvSpPr>
          <p:cNvPr id="33" name="Google Shape;1320;p54">
            <a:extLst>
              <a:ext uri="{FF2B5EF4-FFF2-40B4-BE49-F238E27FC236}">
                <a16:creationId xmlns:a16="http://schemas.microsoft.com/office/drawing/2014/main" id="{CA51B800-2F81-33F5-263D-5697F464FA82}"/>
              </a:ext>
            </a:extLst>
          </p:cNvPr>
          <p:cNvSpPr txBox="1">
            <a:spLocks/>
          </p:cNvSpPr>
          <p:nvPr/>
        </p:nvSpPr>
        <p:spPr>
          <a:xfrm>
            <a:off x="6166791" y="2568658"/>
            <a:ext cx="903143" cy="102012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06</a:t>
            </a:r>
          </a:p>
        </p:txBody>
      </p:sp>
      <p:sp>
        <p:nvSpPr>
          <p:cNvPr id="34" name="Google Shape;1321;p54">
            <a:extLst>
              <a:ext uri="{FF2B5EF4-FFF2-40B4-BE49-F238E27FC236}">
                <a16:creationId xmlns:a16="http://schemas.microsoft.com/office/drawing/2014/main" id="{D645AAAA-AB8C-21D0-9C23-B1E99AD854A3}"/>
              </a:ext>
            </a:extLst>
          </p:cNvPr>
          <p:cNvSpPr txBox="1">
            <a:spLocks/>
          </p:cNvSpPr>
          <p:nvPr/>
        </p:nvSpPr>
        <p:spPr>
          <a:xfrm>
            <a:off x="7295804" y="2816198"/>
            <a:ext cx="4214913" cy="905904"/>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2200" dirty="0">
                <a:solidFill>
                  <a:schemeClr val="bg2">
                    <a:lumMod val="10000"/>
                  </a:schemeClr>
                </a:solidFill>
                <a:latin typeface="Roboto" panose="02000000000000000000" pitchFamily="2" charset="0"/>
                <a:ea typeface="Roboto" panose="02000000000000000000" pitchFamily="2" charset="0"/>
              </a:rPr>
              <a:t>Advantage &amp; Disadvantage</a:t>
            </a:r>
          </a:p>
          <a:p>
            <a:pPr marL="0" indent="0">
              <a:spcBef>
                <a:spcPts val="0"/>
              </a:spcBef>
              <a:buClr>
                <a:schemeClr val="dk1"/>
              </a:buClr>
              <a:buSzPts val="1100"/>
              <a:buFont typeface="Arial"/>
              <a:buNone/>
            </a:pPr>
            <a:r>
              <a:rPr lang="en-US" sz="2200" dirty="0">
                <a:solidFill>
                  <a:schemeClr val="bg2">
                    <a:lumMod val="10000"/>
                  </a:schemeClr>
                </a:solidFill>
                <a:latin typeface="Roboto" panose="02000000000000000000" pitchFamily="2" charset="0"/>
                <a:ea typeface="Roboto" panose="02000000000000000000" pitchFamily="2" charset="0"/>
              </a:rPr>
              <a:t>&amp; Application</a:t>
            </a:r>
          </a:p>
        </p:txBody>
      </p:sp>
    </p:spTree>
    <p:extLst>
      <p:ext uri="{BB962C8B-B14F-4D97-AF65-F5344CB8AC3E}">
        <p14:creationId xmlns:p14="http://schemas.microsoft.com/office/powerpoint/2010/main" val="2946648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500" fill="hold"/>
                                        <p:tgtEl>
                                          <p:spTgt spid="16"/>
                                        </p:tgtEl>
                                        <p:attrNameLst>
                                          <p:attrName>ppt_x</p:attrName>
                                        </p:attrNameLst>
                                      </p:cBhvr>
                                      <p:tavLst>
                                        <p:tav tm="0">
                                          <p:val>
                                            <p:strVal val="#ppt_x"/>
                                          </p:val>
                                        </p:tav>
                                        <p:tav tm="100000">
                                          <p:val>
                                            <p:strVal val="#ppt_x"/>
                                          </p:val>
                                        </p:tav>
                                      </p:tavLst>
                                    </p:anim>
                                    <p:anim calcmode="lin" valueType="num">
                                      <p:cBhvr additive="base">
                                        <p:cTn id="19"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additive="base">
                                        <p:cTn id="24" dur="500" fill="hold"/>
                                        <p:tgtEl>
                                          <p:spTgt spid="17"/>
                                        </p:tgtEl>
                                        <p:attrNameLst>
                                          <p:attrName>ppt_x</p:attrName>
                                        </p:attrNameLst>
                                      </p:cBhvr>
                                      <p:tavLst>
                                        <p:tav tm="0">
                                          <p:val>
                                            <p:strVal val="#ppt_x"/>
                                          </p:val>
                                        </p:tav>
                                        <p:tav tm="100000">
                                          <p:val>
                                            <p:strVal val="#ppt_x"/>
                                          </p:val>
                                        </p:tav>
                                      </p:tavLst>
                                    </p:anim>
                                    <p:anim calcmode="lin" valueType="num">
                                      <p:cBhvr additive="base">
                                        <p:cTn id="25" dur="500" fill="hold"/>
                                        <p:tgtEl>
                                          <p:spTgt spid="17"/>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 calcmode="lin" valueType="num">
                                      <p:cBhvr additive="base">
                                        <p:cTn id="28" dur="500" fill="hold"/>
                                        <p:tgtEl>
                                          <p:spTgt spid="20"/>
                                        </p:tgtEl>
                                        <p:attrNameLst>
                                          <p:attrName>ppt_x</p:attrName>
                                        </p:attrNameLst>
                                      </p:cBhvr>
                                      <p:tavLst>
                                        <p:tav tm="0">
                                          <p:val>
                                            <p:strVal val="#ppt_x"/>
                                          </p:val>
                                        </p:tav>
                                        <p:tav tm="100000">
                                          <p:val>
                                            <p:strVal val="#ppt_x"/>
                                          </p:val>
                                        </p:tav>
                                      </p:tavLst>
                                    </p:anim>
                                    <p:anim calcmode="lin" valueType="num">
                                      <p:cBhvr additive="base">
                                        <p:cTn id="29"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anim calcmode="lin" valueType="num">
                                      <p:cBhvr additive="base">
                                        <p:cTn id="34" dur="500" fill="hold"/>
                                        <p:tgtEl>
                                          <p:spTgt spid="24"/>
                                        </p:tgtEl>
                                        <p:attrNameLst>
                                          <p:attrName>ppt_x</p:attrName>
                                        </p:attrNameLst>
                                      </p:cBhvr>
                                      <p:tavLst>
                                        <p:tav tm="0">
                                          <p:val>
                                            <p:strVal val="#ppt_x"/>
                                          </p:val>
                                        </p:tav>
                                        <p:tav tm="100000">
                                          <p:val>
                                            <p:strVal val="#ppt_x"/>
                                          </p:val>
                                        </p:tav>
                                      </p:tavLst>
                                    </p:anim>
                                    <p:anim calcmode="lin" valueType="num">
                                      <p:cBhvr additive="base">
                                        <p:cTn id="35" dur="500" fill="hold"/>
                                        <p:tgtEl>
                                          <p:spTgt spid="24"/>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25"/>
                                        </p:tgtEl>
                                        <p:attrNameLst>
                                          <p:attrName>style.visibility</p:attrName>
                                        </p:attrNameLst>
                                      </p:cBhvr>
                                      <p:to>
                                        <p:strVal val="visible"/>
                                      </p:to>
                                    </p:set>
                                    <p:anim calcmode="lin" valueType="num">
                                      <p:cBhvr additive="base">
                                        <p:cTn id="38" dur="500" fill="hold"/>
                                        <p:tgtEl>
                                          <p:spTgt spid="25"/>
                                        </p:tgtEl>
                                        <p:attrNameLst>
                                          <p:attrName>ppt_x</p:attrName>
                                        </p:attrNameLst>
                                      </p:cBhvr>
                                      <p:tavLst>
                                        <p:tav tm="0">
                                          <p:val>
                                            <p:strVal val="#ppt_x"/>
                                          </p:val>
                                        </p:tav>
                                        <p:tav tm="100000">
                                          <p:val>
                                            <p:strVal val="#ppt_x"/>
                                          </p:val>
                                        </p:tav>
                                      </p:tavLst>
                                    </p:anim>
                                    <p:anim calcmode="lin" valueType="num">
                                      <p:cBhvr additive="base">
                                        <p:cTn id="39"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2"/>
                                        </p:tgtEl>
                                        <p:attrNameLst>
                                          <p:attrName>style.visibility</p:attrName>
                                        </p:attrNameLst>
                                      </p:cBhvr>
                                      <p:to>
                                        <p:strVal val="visible"/>
                                      </p:to>
                                    </p:set>
                                    <p:anim calcmode="lin" valueType="num">
                                      <p:cBhvr additive="base">
                                        <p:cTn id="44" dur="500" fill="hold"/>
                                        <p:tgtEl>
                                          <p:spTgt spid="2"/>
                                        </p:tgtEl>
                                        <p:attrNameLst>
                                          <p:attrName>ppt_x</p:attrName>
                                        </p:attrNameLst>
                                      </p:cBhvr>
                                      <p:tavLst>
                                        <p:tav tm="0">
                                          <p:val>
                                            <p:strVal val="#ppt_x"/>
                                          </p:val>
                                        </p:tav>
                                        <p:tav tm="100000">
                                          <p:val>
                                            <p:strVal val="#ppt_x"/>
                                          </p:val>
                                        </p:tav>
                                      </p:tavLst>
                                    </p:anim>
                                    <p:anim calcmode="lin" valueType="num">
                                      <p:cBhvr additive="base">
                                        <p:cTn id="45" dur="500" fill="hold"/>
                                        <p:tgtEl>
                                          <p:spTgt spid="2"/>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12"/>
                                        </p:tgtEl>
                                        <p:attrNameLst>
                                          <p:attrName>style.visibility</p:attrName>
                                        </p:attrNameLst>
                                      </p:cBhvr>
                                      <p:to>
                                        <p:strVal val="visible"/>
                                      </p:to>
                                    </p:set>
                                    <p:anim calcmode="lin" valueType="num">
                                      <p:cBhvr additive="base">
                                        <p:cTn id="48" dur="500" fill="hold"/>
                                        <p:tgtEl>
                                          <p:spTgt spid="12"/>
                                        </p:tgtEl>
                                        <p:attrNameLst>
                                          <p:attrName>ppt_x</p:attrName>
                                        </p:attrNameLst>
                                      </p:cBhvr>
                                      <p:tavLst>
                                        <p:tav tm="0">
                                          <p:val>
                                            <p:strVal val="#ppt_x"/>
                                          </p:val>
                                        </p:tav>
                                        <p:tav tm="100000">
                                          <p:val>
                                            <p:strVal val="#ppt_x"/>
                                          </p:val>
                                        </p:tav>
                                      </p:tavLst>
                                    </p:anim>
                                    <p:anim calcmode="lin" valueType="num">
                                      <p:cBhvr additive="base">
                                        <p:cTn id="49"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additive="base">
                                        <p:cTn id="54" dur="500" fill="hold"/>
                                        <p:tgtEl>
                                          <p:spTgt spid="28"/>
                                        </p:tgtEl>
                                        <p:attrNameLst>
                                          <p:attrName>ppt_x</p:attrName>
                                        </p:attrNameLst>
                                      </p:cBhvr>
                                      <p:tavLst>
                                        <p:tav tm="0">
                                          <p:val>
                                            <p:strVal val="#ppt_x"/>
                                          </p:val>
                                        </p:tav>
                                        <p:tav tm="100000">
                                          <p:val>
                                            <p:strVal val="#ppt_x"/>
                                          </p:val>
                                        </p:tav>
                                      </p:tavLst>
                                    </p:anim>
                                    <p:anim calcmode="lin" valueType="num">
                                      <p:cBhvr additive="base">
                                        <p:cTn id="55" dur="500" fill="hold"/>
                                        <p:tgtEl>
                                          <p:spTgt spid="28"/>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 calcmode="lin" valueType="num">
                                      <p:cBhvr additive="base">
                                        <p:cTn id="58" dur="500" fill="hold"/>
                                        <p:tgtEl>
                                          <p:spTgt spid="29"/>
                                        </p:tgtEl>
                                        <p:attrNameLst>
                                          <p:attrName>ppt_x</p:attrName>
                                        </p:attrNameLst>
                                      </p:cBhvr>
                                      <p:tavLst>
                                        <p:tav tm="0">
                                          <p:val>
                                            <p:strVal val="#ppt_x"/>
                                          </p:val>
                                        </p:tav>
                                        <p:tav tm="100000">
                                          <p:val>
                                            <p:strVal val="#ppt_x"/>
                                          </p:val>
                                        </p:tav>
                                      </p:tavLst>
                                    </p:anim>
                                    <p:anim calcmode="lin" valueType="num">
                                      <p:cBhvr additive="base">
                                        <p:cTn id="59"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33"/>
                                        </p:tgtEl>
                                        <p:attrNameLst>
                                          <p:attrName>style.visibility</p:attrName>
                                        </p:attrNameLst>
                                      </p:cBhvr>
                                      <p:to>
                                        <p:strVal val="visible"/>
                                      </p:to>
                                    </p:set>
                                    <p:anim calcmode="lin" valueType="num">
                                      <p:cBhvr additive="base">
                                        <p:cTn id="64" dur="500" fill="hold"/>
                                        <p:tgtEl>
                                          <p:spTgt spid="33"/>
                                        </p:tgtEl>
                                        <p:attrNameLst>
                                          <p:attrName>ppt_x</p:attrName>
                                        </p:attrNameLst>
                                      </p:cBhvr>
                                      <p:tavLst>
                                        <p:tav tm="0">
                                          <p:val>
                                            <p:strVal val="#ppt_x"/>
                                          </p:val>
                                        </p:tav>
                                        <p:tav tm="100000">
                                          <p:val>
                                            <p:strVal val="#ppt_x"/>
                                          </p:val>
                                        </p:tav>
                                      </p:tavLst>
                                    </p:anim>
                                    <p:anim calcmode="lin" valueType="num">
                                      <p:cBhvr additive="base">
                                        <p:cTn id="65"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34"/>
                                        </p:tgtEl>
                                        <p:attrNameLst>
                                          <p:attrName>style.visibility</p:attrName>
                                        </p:attrNameLst>
                                      </p:cBhvr>
                                      <p:to>
                                        <p:strVal val="visible"/>
                                      </p:to>
                                    </p:set>
                                    <p:anim calcmode="lin" valueType="num">
                                      <p:cBhvr additive="base">
                                        <p:cTn id="70" dur="500" fill="hold"/>
                                        <p:tgtEl>
                                          <p:spTgt spid="34"/>
                                        </p:tgtEl>
                                        <p:attrNameLst>
                                          <p:attrName>ppt_x</p:attrName>
                                        </p:attrNameLst>
                                      </p:cBhvr>
                                      <p:tavLst>
                                        <p:tav tm="0">
                                          <p:val>
                                            <p:strVal val="#ppt_x"/>
                                          </p:val>
                                        </p:tav>
                                        <p:tav tm="100000">
                                          <p:val>
                                            <p:strVal val="#ppt_x"/>
                                          </p:val>
                                        </p:tav>
                                      </p:tavLst>
                                    </p:anim>
                                    <p:anim calcmode="lin" valueType="num">
                                      <p:cBhvr additive="base">
                                        <p:cTn id="71"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6"/>
                                        </p:tgtEl>
                                        <p:attrNameLst>
                                          <p:attrName>style.visibility</p:attrName>
                                        </p:attrNameLst>
                                      </p:cBhvr>
                                      <p:to>
                                        <p:strVal val="visible"/>
                                      </p:to>
                                    </p:set>
                                    <p:anim calcmode="lin" valueType="num">
                                      <p:cBhvr additive="base">
                                        <p:cTn id="76" dur="500" fill="hold"/>
                                        <p:tgtEl>
                                          <p:spTgt spid="6"/>
                                        </p:tgtEl>
                                        <p:attrNameLst>
                                          <p:attrName>ppt_x</p:attrName>
                                        </p:attrNameLst>
                                      </p:cBhvr>
                                      <p:tavLst>
                                        <p:tav tm="0">
                                          <p:val>
                                            <p:strVal val="#ppt_x"/>
                                          </p:val>
                                        </p:tav>
                                        <p:tav tm="100000">
                                          <p:val>
                                            <p:strVal val="#ppt_x"/>
                                          </p:val>
                                        </p:tav>
                                      </p:tavLst>
                                    </p:anim>
                                    <p:anim calcmode="lin" valueType="num">
                                      <p:cBhvr additive="base">
                                        <p:cTn id="77" dur="500" fill="hold"/>
                                        <p:tgtEl>
                                          <p:spTgt spid="6"/>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7"/>
                                        </p:tgtEl>
                                        <p:attrNameLst>
                                          <p:attrName>style.visibility</p:attrName>
                                        </p:attrNameLst>
                                      </p:cBhvr>
                                      <p:to>
                                        <p:strVal val="visible"/>
                                      </p:to>
                                    </p:set>
                                    <p:anim calcmode="lin" valueType="num">
                                      <p:cBhvr additive="base">
                                        <p:cTn id="80" dur="500" fill="hold"/>
                                        <p:tgtEl>
                                          <p:spTgt spid="7"/>
                                        </p:tgtEl>
                                        <p:attrNameLst>
                                          <p:attrName>ppt_x</p:attrName>
                                        </p:attrNameLst>
                                      </p:cBhvr>
                                      <p:tavLst>
                                        <p:tav tm="0">
                                          <p:val>
                                            <p:strVal val="#ppt_x"/>
                                          </p:val>
                                        </p:tav>
                                        <p:tav tm="100000">
                                          <p:val>
                                            <p:strVal val="#ppt_x"/>
                                          </p:val>
                                        </p:tav>
                                      </p:tavLst>
                                    </p:anim>
                                    <p:anim calcmode="lin" valueType="num">
                                      <p:cBhvr additive="base">
                                        <p:cTn id="81"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 presetClass="entr" presetSubtype="4" fill="hold" grpId="0" nodeType="clickEffect">
                                  <p:stCondLst>
                                    <p:cond delay="0"/>
                                  </p:stCondLst>
                                  <p:childTnLst>
                                    <p:set>
                                      <p:cBhvr>
                                        <p:cTn id="85" dur="1" fill="hold">
                                          <p:stCondLst>
                                            <p:cond delay="0"/>
                                          </p:stCondLst>
                                        </p:cTn>
                                        <p:tgtEl>
                                          <p:spTgt spid="3"/>
                                        </p:tgtEl>
                                        <p:attrNameLst>
                                          <p:attrName>style.visibility</p:attrName>
                                        </p:attrNameLst>
                                      </p:cBhvr>
                                      <p:to>
                                        <p:strVal val="visible"/>
                                      </p:to>
                                    </p:set>
                                    <p:anim calcmode="lin" valueType="num">
                                      <p:cBhvr additive="base">
                                        <p:cTn id="86" dur="500" fill="hold"/>
                                        <p:tgtEl>
                                          <p:spTgt spid="3"/>
                                        </p:tgtEl>
                                        <p:attrNameLst>
                                          <p:attrName>ppt_x</p:attrName>
                                        </p:attrNameLst>
                                      </p:cBhvr>
                                      <p:tavLst>
                                        <p:tav tm="0">
                                          <p:val>
                                            <p:strVal val="#ppt_x"/>
                                          </p:val>
                                        </p:tav>
                                        <p:tav tm="100000">
                                          <p:val>
                                            <p:strVal val="#ppt_x"/>
                                          </p:val>
                                        </p:tav>
                                      </p:tavLst>
                                    </p:anim>
                                    <p:anim calcmode="lin" valueType="num">
                                      <p:cBhvr additive="base">
                                        <p:cTn id="87" dur="500" fill="hold"/>
                                        <p:tgtEl>
                                          <p:spTgt spid="3"/>
                                        </p:tgtEl>
                                        <p:attrNameLst>
                                          <p:attrName>ppt_y</p:attrName>
                                        </p:attrNameLst>
                                      </p:cBhvr>
                                      <p:tavLst>
                                        <p:tav tm="0">
                                          <p:val>
                                            <p:strVal val="1+#ppt_h/2"/>
                                          </p:val>
                                        </p:tav>
                                        <p:tav tm="100000">
                                          <p:val>
                                            <p:strVal val="#ppt_y"/>
                                          </p:val>
                                        </p:tav>
                                      </p:tavLst>
                                    </p:anim>
                                  </p:childTnLst>
                                </p:cTn>
                              </p:par>
                              <p:par>
                                <p:cTn id="88" presetID="2" presetClass="entr" presetSubtype="4" fill="hold" grpId="0" nodeType="withEffect">
                                  <p:stCondLst>
                                    <p:cond delay="0"/>
                                  </p:stCondLst>
                                  <p:childTnLst>
                                    <p:set>
                                      <p:cBhvr>
                                        <p:cTn id="89" dur="1" fill="hold">
                                          <p:stCondLst>
                                            <p:cond delay="0"/>
                                          </p:stCondLst>
                                        </p:cTn>
                                        <p:tgtEl>
                                          <p:spTgt spid="5"/>
                                        </p:tgtEl>
                                        <p:attrNameLst>
                                          <p:attrName>style.visibility</p:attrName>
                                        </p:attrNameLst>
                                      </p:cBhvr>
                                      <p:to>
                                        <p:strVal val="visible"/>
                                      </p:to>
                                    </p:set>
                                    <p:anim calcmode="lin" valueType="num">
                                      <p:cBhvr additive="base">
                                        <p:cTn id="90" dur="500" fill="hold"/>
                                        <p:tgtEl>
                                          <p:spTgt spid="5"/>
                                        </p:tgtEl>
                                        <p:attrNameLst>
                                          <p:attrName>ppt_x</p:attrName>
                                        </p:attrNameLst>
                                      </p:cBhvr>
                                      <p:tavLst>
                                        <p:tav tm="0">
                                          <p:val>
                                            <p:strVal val="#ppt_x"/>
                                          </p:val>
                                        </p:tav>
                                        <p:tav tm="100000">
                                          <p:val>
                                            <p:strVal val="#ppt_x"/>
                                          </p:val>
                                        </p:tav>
                                      </p:tavLst>
                                    </p:anim>
                                    <p:anim calcmode="lin" valueType="num">
                                      <p:cBhvr additive="base">
                                        <p:cTn id="91"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5" grpId="0"/>
      <p:bldP spid="2" grpId="0"/>
      <p:bldP spid="6" grpId="0"/>
      <p:bldP spid="7" grpId="0"/>
      <p:bldP spid="12" grpId="0"/>
      <p:bldP spid="4" grpId="0"/>
      <p:bldP spid="16" grpId="0"/>
      <p:bldP spid="17" grpId="0"/>
      <p:bldP spid="20" grpId="0"/>
      <p:bldP spid="24" grpId="0"/>
      <p:bldP spid="25" grpId="0"/>
      <p:bldP spid="28" grpId="0"/>
      <p:bldP spid="29" grpId="0"/>
      <p:bldP spid="33" grpId="0"/>
      <p:bldP spid="3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reeform 12"/>
          <p:cNvSpPr/>
          <p:nvPr/>
        </p:nvSpPr>
        <p:spPr>
          <a:xfrm rot="18870615">
            <a:off x="-806046" y="-255389"/>
            <a:ext cx="2997282" cy="3650503"/>
          </a:xfrm>
          <a:custGeom>
            <a:avLst/>
            <a:gdLst>
              <a:gd name="connsiteX0" fmla="*/ 1127167 w 4572221"/>
              <a:gd name="connsiteY0" fmla="*/ 1346496 h 3911183"/>
              <a:gd name="connsiteX1" fmla="*/ 1698667 w 4572221"/>
              <a:gd name="connsiteY1" fmla="*/ 622596 h 3911183"/>
              <a:gd name="connsiteX2" fmla="*/ 2174917 w 4572221"/>
              <a:gd name="connsiteY2" fmla="*/ 12996 h 3911183"/>
              <a:gd name="connsiteX3" fmla="*/ 3175042 w 4572221"/>
              <a:gd name="connsiteY3" fmla="*/ 1213146 h 3911183"/>
              <a:gd name="connsiteX4" fmla="*/ 3470317 w 4572221"/>
              <a:gd name="connsiteY4" fmla="*/ 2137071 h 3911183"/>
              <a:gd name="connsiteX5" fmla="*/ 4546642 w 4572221"/>
              <a:gd name="connsiteY5" fmla="*/ 3518196 h 3911183"/>
              <a:gd name="connsiteX6" fmla="*/ 2260642 w 4572221"/>
              <a:gd name="connsiteY6" fmla="*/ 3861096 h 3911183"/>
              <a:gd name="connsiteX7" fmla="*/ 1527217 w 4572221"/>
              <a:gd name="connsiteY7" fmla="*/ 2622846 h 3911183"/>
              <a:gd name="connsiteX8" fmla="*/ 117517 w 4572221"/>
              <a:gd name="connsiteY8" fmla="*/ 2270421 h 3911183"/>
              <a:gd name="connsiteX9" fmla="*/ 193717 w 4572221"/>
              <a:gd name="connsiteY9" fmla="*/ 1422696 h 3911183"/>
              <a:gd name="connsiteX10" fmla="*/ 1127167 w 4572221"/>
              <a:gd name="connsiteY10" fmla="*/ 1346496 h 3911183"/>
              <a:gd name="connsiteX0" fmla="*/ 1607147 w 4595001"/>
              <a:gd name="connsiteY0" fmla="*/ 1260463 h 3910875"/>
              <a:gd name="connsiteX1" fmla="*/ 1721447 w 4595001"/>
              <a:gd name="connsiteY1" fmla="*/ 622288 h 3910875"/>
              <a:gd name="connsiteX2" fmla="*/ 2197697 w 4595001"/>
              <a:gd name="connsiteY2" fmla="*/ 12688 h 3910875"/>
              <a:gd name="connsiteX3" fmla="*/ 3197822 w 4595001"/>
              <a:gd name="connsiteY3" fmla="*/ 1212838 h 3910875"/>
              <a:gd name="connsiteX4" fmla="*/ 3493097 w 4595001"/>
              <a:gd name="connsiteY4" fmla="*/ 2136763 h 3910875"/>
              <a:gd name="connsiteX5" fmla="*/ 4569422 w 4595001"/>
              <a:gd name="connsiteY5" fmla="*/ 3517888 h 3910875"/>
              <a:gd name="connsiteX6" fmla="*/ 2283422 w 4595001"/>
              <a:gd name="connsiteY6" fmla="*/ 3860788 h 3910875"/>
              <a:gd name="connsiteX7" fmla="*/ 1549997 w 4595001"/>
              <a:gd name="connsiteY7" fmla="*/ 2622538 h 3910875"/>
              <a:gd name="connsiteX8" fmla="*/ 140297 w 4595001"/>
              <a:gd name="connsiteY8" fmla="*/ 2270113 h 3910875"/>
              <a:gd name="connsiteX9" fmla="*/ 216497 w 4595001"/>
              <a:gd name="connsiteY9" fmla="*/ 1422388 h 3910875"/>
              <a:gd name="connsiteX10" fmla="*/ 1607147 w 4595001"/>
              <a:gd name="connsiteY10" fmla="*/ 1260463 h 3910875"/>
              <a:gd name="connsiteX0" fmla="*/ 1657308 w 4597537"/>
              <a:gd name="connsiteY0" fmla="*/ 1040657 h 3910144"/>
              <a:gd name="connsiteX1" fmla="*/ 1723983 w 4597537"/>
              <a:gd name="connsiteY1" fmla="*/ 621557 h 3910144"/>
              <a:gd name="connsiteX2" fmla="*/ 2200233 w 4597537"/>
              <a:gd name="connsiteY2" fmla="*/ 11957 h 3910144"/>
              <a:gd name="connsiteX3" fmla="*/ 3200358 w 4597537"/>
              <a:gd name="connsiteY3" fmla="*/ 1212107 h 3910144"/>
              <a:gd name="connsiteX4" fmla="*/ 3495633 w 4597537"/>
              <a:gd name="connsiteY4" fmla="*/ 2136032 h 3910144"/>
              <a:gd name="connsiteX5" fmla="*/ 4571958 w 4597537"/>
              <a:gd name="connsiteY5" fmla="*/ 3517157 h 3910144"/>
              <a:gd name="connsiteX6" fmla="*/ 2285958 w 4597537"/>
              <a:gd name="connsiteY6" fmla="*/ 3860057 h 3910144"/>
              <a:gd name="connsiteX7" fmla="*/ 1552533 w 4597537"/>
              <a:gd name="connsiteY7" fmla="*/ 2621807 h 3910144"/>
              <a:gd name="connsiteX8" fmla="*/ 142833 w 4597537"/>
              <a:gd name="connsiteY8" fmla="*/ 2269382 h 3910144"/>
              <a:gd name="connsiteX9" fmla="*/ 219033 w 4597537"/>
              <a:gd name="connsiteY9" fmla="*/ 1421657 h 3910144"/>
              <a:gd name="connsiteX10" fmla="*/ 1657308 w 4597537"/>
              <a:gd name="connsiteY10" fmla="*/ 1040657 h 3910144"/>
              <a:gd name="connsiteX0" fmla="*/ 1657308 w 4597537"/>
              <a:gd name="connsiteY0" fmla="*/ 1050027 h 3919514"/>
              <a:gd name="connsiteX1" fmla="*/ 1723983 w 4597537"/>
              <a:gd name="connsiteY1" fmla="*/ 630927 h 3919514"/>
              <a:gd name="connsiteX2" fmla="*/ 2571708 w 4597537"/>
              <a:gd name="connsiteY2" fmla="*/ 11802 h 3919514"/>
              <a:gd name="connsiteX3" fmla="*/ 3200358 w 4597537"/>
              <a:gd name="connsiteY3" fmla="*/ 1221477 h 3919514"/>
              <a:gd name="connsiteX4" fmla="*/ 3495633 w 4597537"/>
              <a:gd name="connsiteY4" fmla="*/ 2145402 h 3919514"/>
              <a:gd name="connsiteX5" fmla="*/ 4571958 w 4597537"/>
              <a:gd name="connsiteY5" fmla="*/ 3526527 h 3919514"/>
              <a:gd name="connsiteX6" fmla="*/ 2285958 w 4597537"/>
              <a:gd name="connsiteY6" fmla="*/ 3869427 h 3919514"/>
              <a:gd name="connsiteX7" fmla="*/ 1552533 w 4597537"/>
              <a:gd name="connsiteY7" fmla="*/ 2631177 h 3919514"/>
              <a:gd name="connsiteX8" fmla="*/ 142833 w 4597537"/>
              <a:gd name="connsiteY8" fmla="*/ 2278752 h 3919514"/>
              <a:gd name="connsiteX9" fmla="*/ 219033 w 4597537"/>
              <a:gd name="connsiteY9" fmla="*/ 1431027 h 3919514"/>
              <a:gd name="connsiteX10" fmla="*/ 1657308 w 4597537"/>
              <a:gd name="connsiteY10" fmla="*/ 1050027 h 3919514"/>
              <a:gd name="connsiteX0" fmla="*/ 1657308 w 4597537"/>
              <a:gd name="connsiteY0" fmla="*/ 1091706 h 3961193"/>
              <a:gd name="connsiteX1" fmla="*/ 1781133 w 4597537"/>
              <a:gd name="connsiteY1" fmla="*/ 301131 h 3961193"/>
              <a:gd name="connsiteX2" fmla="*/ 2571708 w 4597537"/>
              <a:gd name="connsiteY2" fmla="*/ 53481 h 3961193"/>
              <a:gd name="connsiteX3" fmla="*/ 3200358 w 4597537"/>
              <a:gd name="connsiteY3" fmla="*/ 1263156 h 3961193"/>
              <a:gd name="connsiteX4" fmla="*/ 3495633 w 4597537"/>
              <a:gd name="connsiteY4" fmla="*/ 2187081 h 3961193"/>
              <a:gd name="connsiteX5" fmla="*/ 4571958 w 4597537"/>
              <a:gd name="connsiteY5" fmla="*/ 3568206 h 3961193"/>
              <a:gd name="connsiteX6" fmla="*/ 2285958 w 4597537"/>
              <a:gd name="connsiteY6" fmla="*/ 3911106 h 3961193"/>
              <a:gd name="connsiteX7" fmla="*/ 1552533 w 4597537"/>
              <a:gd name="connsiteY7" fmla="*/ 2672856 h 3961193"/>
              <a:gd name="connsiteX8" fmla="*/ 142833 w 4597537"/>
              <a:gd name="connsiteY8" fmla="*/ 2320431 h 3961193"/>
              <a:gd name="connsiteX9" fmla="*/ 219033 w 4597537"/>
              <a:gd name="connsiteY9" fmla="*/ 1472706 h 3961193"/>
              <a:gd name="connsiteX10" fmla="*/ 1657308 w 4597537"/>
              <a:gd name="connsiteY10" fmla="*/ 1091706 h 3961193"/>
              <a:gd name="connsiteX0" fmla="*/ 1657308 w 4597636"/>
              <a:gd name="connsiteY0" fmla="*/ 1058507 h 3927994"/>
              <a:gd name="connsiteX1" fmla="*/ 1781133 w 4597636"/>
              <a:gd name="connsiteY1" fmla="*/ 267932 h 3927994"/>
              <a:gd name="connsiteX2" fmla="*/ 2571708 w 4597636"/>
              <a:gd name="connsiteY2" fmla="*/ 20282 h 3927994"/>
              <a:gd name="connsiteX3" fmla="*/ 3171783 w 4597636"/>
              <a:gd name="connsiteY3" fmla="*/ 725132 h 3927994"/>
              <a:gd name="connsiteX4" fmla="*/ 3495633 w 4597636"/>
              <a:gd name="connsiteY4" fmla="*/ 2153882 h 3927994"/>
              <a:gd name="connsiteX5" fmla="*/ 4571958 w 4597636"/>
              <a:gd name="connsiteY5" fmla="*/ 3535007 h 3927994"/>
              <a:gd name="connsiteX6" fmla="*/ 2285958 w 4597636"/>
              <a:gd name="connsiteY6" fmla="*/ 3877907 h 3927994"/>
              <a:gd name="connsiteX7" fmla="*/ 1552533 w 4597636"/>
              <a:gd name="connsiteY7" fmla="*/ 2639657 h 3927994"/>
              <a:gd name="connsiteX8" fmla="*/ 142833 w 4597636"/>
              <a:gd name="connsiteY8" fmla="*/ 2287232 h 3927994"/>
              <a:gd name="connsiteX9" fmla="*/ 219033 w 4597636"/>
              <a:gd name="connsiteY9" fmla="*/ 1439507 h 3927994"/>
              <a:gd name="connsiteX10" fmla="*/ 1657308 w 4597636"/>
              <a:gd name="connsiteY10" fmla="*/ 1058507 h 3927994"/>
              <a:gd name="connsiteX0" fmla="*/ 1657308 w 3688229"/>
              <a:gd name="connsiteY0" fmla="*/ 1058507 h 3887291"/>
              <a:gd name="connsiteX1" fmla="*/ 1781133 w 3688229"/>
              <a:gd name="connsiteY1" fmla="*/ 267932 h 3887291"/>
              <a:gd name="connsiteX2" fmla="*/ 2571708 w 3688229"/>
              <a:gd name="connsiteY2" fmla="*/ 20282 h 3887291"/>
              <a:gd name="connsiteX3" fmla="*/ 3171783 w 3688229"/>
              <a:gd name="connsiteY3" fmla="*/ 725132 h 3887291"/>
              <a:gd name="connsiteX4" fmla="*/ 3495633 w 3688229"/>
              <a:gd name="connsiteY4" fmla="*/ 2153882 h 3887291"/>
              <a:gd name="connsiteX5" fmla="*/ 3609933 w 3688229"/>
              <a:gd name="connsiteY5" fmla="*/ 3154007 h 3887291"/>
              <a:gd name="connsiteX6" fmla="*/ 2285958 w 3688229"/>
              <a:gd name="connsiteY6" fmla="*/ 3877907 h 3887291"/>
              <a:gd name="connsiteX7" fmla="*/ 1552533 w 3688229"/>
              <a:gd name="connsiteY7" fmla="*/ 2639657 h 3887291"/>
              <a:gd name="connsiteX8" fmla="*/ 142833 w 3688229"/>
              <a:gd name="connsiteY8" fmla="*/ 2287232 h 3887291"/>
              <a:gd name="connsiteX9" fmla="*/ 219033 w 3688229"/>
              <a:gd name="connsiteY9" fmla="*/ 1439507 h 3887291"/>
              <a:gd name="connsiteX10" fmla="*/ 1657308 w 3688229"/>
              <a:gd name="connsiteY10" fmla="*/ 1058507 h 3887291"/>
              <a:gd name="connsiteX0" fmla="*/ 1657308 w 3830182"/>
              <a:gd name="connsiteY0" fmla="*/ 1058507 h 3887753"/>
              <a:gd name="connsiteX1" fmla="*/ 1781133 w 3830182"/>
              <a:gd name="connsiteY1" fmla="*/ 267932 h 3887753"/>
              <a:gd name="connsiteX2" fmla="*/ 2571708 w 3830182"/>
              <a:gd name="connsiteY2" fmla="*/ 20282 h 3887753"/>
              <a:gd name="connsiteX3" fmla="*/ 3171783 w 3830182"/>
              <a:gd name="connsiteY3" fmla="*/ 725132 h 3887753"/>
              <a:gd name="connsiteX4" fmla="*/ 3495633 w 3830182"/>
              <a:gd name="connsiteY4" fmla="*/ 2153882 h 3887753"/>
              <a:gd name="connsiteX5" fmla="*/ 3771858 w 3830182"/>
              <a:gd name="connsiteY5" fmla="*/ 3163532 h 3887753"/>
              <a:gd name="connsiteX6" fmla="*/ 2285958 w 3830182"/>
              <a:gd name="connsiteY6" fmla="*/ 3877907 h 3887753"/>
              <a:gd name="connsiteX7" fmla="*/ 1552533 w 3830182"/>
              <a:gd name="connsiteY7" fmla="*/ 2639657 h 3887753"/>
              <a:gd name="connsiteX8" fmla="*/ 142833 w 3830182"/>
              <a:gd name="connsiteY8" fmla="*/ 2287232 h 3887753"/>
              <a:gd name="connsiteX9" fmla="*/ 219033 w 3830182"/>
              <a:gd name="connsiteY9" fmla="*/ 1439507 h 3887753"/>
              <a:gd name="connsiteX10" fmla="*/ 1657308 w 3830182"/>
              <a:gd name="connsiteY10" fmla="*/ 1058507 h 3887753"/>
              <a:gd name="connsiteX0" fmla="*/ 1657308 w 3831418"/>
              <a:gd name="connsiteY0" fmla="*/ 1058507 h 3373663"/>
              <a:gd name="connsiteX1" fmla="*/ 1781133 w 3831418"/>
              <a:gd name="connsiteY1" fmla="*/ 267932 h 3373663"/>
              <a:gd name="connsiteX2" fmla="*/ 2571708 w 3831418"/>
              <a:gd name="connsiteY2" fmla="*/ 20282 h 3373663"/>
              <a:gd name="connsiteX3" fmla="*/ 3171783 w 3831418"/>
              <a:gd name="connsiteY3" fmla="*/ 725132 h 3373663"/>
              <a:gd name="connsiteX4" fmla="*/ 3495633 w 3831418"/>
              <a:gd name="connsiteY4" fmla="*/ 2153882 h 3373663"/>
              <a:gd name="connsiteX5" fmla="*/ 3771858 w 3831418"/>
              <a:gd name="connsiteY5" fmla="*/ 3163532 h 3373663"/>
              <a:gd name="connsiteX6" fmla="*/ 2266908 w 3831418"/>
              <a:gd name="connsiteY6" fmla="*/ 3334982 h 3373663"/>
              <a:gd name="connsiteX7" fmla="*/ 1552533 w 3831418"/>
              <a:gd name="connsiteY7" fmla="*/ 2639657 h 3373663"/>
              <a:gd name="connsiteX8" fmla="*/ 142833 w 3831418"/>
              <a:gd name="connsiteY8" fmla="*/ 2287232 h 3373663"/>
              <a:gd name="connsiteX9" fmla="*/ 219033 w 3831418"/>
              <a:gd name="connsiteY9" fmla="*/ 1439507 h 3373663"/>
              <a:gd name="connsiteX10" fmla="*/ 1657308 w 3831418"/>
              <a:gd name="connsiteY10" fmla="*/ 1058507 h 3373663"/>
              <a:gd name="connsiteX0" fmla="*/ 1657308 w 3805240"/>
              <a:gd name="connsiteY0" fmla="*/ 1058507 h 3654625"/>
              <a:gd name="connsiteX1" fmla="*/ 1781133 w 3805240"/>
              <a:gd name="connsiteY1" fmla="*/ 267932 h 3654625"/>
              <a:gd name="connsiteX2" fmla="*/ 2571708 w 3805240"/>
              <a:gd name="connsiteY2" fmla="*/ 20282 h 3654625"/>
              <a:gd name="connsiteX3" fmla="*/ 3171783 w 3805240"/>
              <a:gd name="connsiteY3" fmla="*/ 725132 h 3654625"/>
              <a:gd name="connsiteX4" fmla="*/ 3495633 w 3805240"/>
              <a:gd name="connsiteY4" fmla="*/ 2153882 h 3654625"/>
              <a:gd name="connsiteX5" fmla="*/ 3771858 w 3805240"/>
              <a:gd name="connsiteY5" fmla="*/ 3163532 h 3654625"/>
              <a:gd name="connsiteX6" fmla="*/ 2686008 w 3805240"/>
              <a:gd name="connsiteY6" fmla="*/ 3639782 h 3654625"/>
              <a:gd name="connsiteX7" fmla="*/ 1552533 w 3805240"/>
              <a:gd name="connsiteY7" fmla="*/ 2639657 h 3654625"/>
              <a:gd name="connsiteX8" fmla="*/ 142833 w 3805240"/>
              <a:gd name="connsiteY8" fmla="*/ 2287232 h 3654625"/>
              <a:gd name="connsiteX9" fmla="*/ 219033 w 3805240"/>
              <a:gd name="connsiteY9" fmla="*/ 1439507 h 3654625"/>
              <a:gd name="connsiteX10" fmla="*/ 1657308 w 3805240"/>
              <a:gd name="connsiteY10" fmla="*/ 1058507 h 3654625"/>
              <a:gd name="connsiteX0" fmla="*/ 1657308 w 3805240"/>
              <a:gd name="connsiteY0" fmla="*/ 1058507 h 3643991"/>
              <a:gd name="connsiteX1" fmla="*/ 1781133 w 3805240"/>
              <a:gd name="connsiteY1" fmla="*/ 267932 h 3643991"/>
              <a:gd name="connsiteX2" fmla="*/ 2571708 w 3805240"/>
              <a:gd name="connsiteY2" fmla="*/ 20282 h 3643991"/>
              <a:gd name="connsiteX3" fmla="*/ 3171783 w 3805240"/>
              <a:gd name="connsiteY3" fmla="*/ 725132 h 3643991"/>
              <a:gd name="connsiteX4" fmla="*/ 3495633 w 3805240"/>
              <a:gd name="connsiteY4" fmla="*/ 2153882 h 3643991"/>
              <a:gd name="connsiteX5" fmla="*/ 3771858 w 3805240"/>
              <a:gd name="connsiteY5" fmla="*/ 3163532 h 3643991"/>
              <a:gd name="connsiteX6" fmla="*/ 2686008 w 3805240"/>
              <a:gd name="connsiteY6" fmla="*/ 3639782 h 3643991"/>
              <a:gd name="connsiteX7" fmla="*/ 1847808 w 3805240"/>
              <a:gd name="connsiteY7" fmla="*/ 2915882 h 3643991"/>
              <a:gd name="connsiteX8" fmla="*/ 142833 w 3805240"/>
              <a:gd name="connsiteY8" fmla="*/ 2287232 h 3643991"/>
              <a:gd name="connsiteX9" fmla="*/ 219033 w 3805240"/>
              <a:gd name="connsiteY9" fmla="*/ 1439507 h 3643991"/>
              <a:gd name="connsiteX10" fmla="*/ 1657308 w 3805240"/>
              <a:gd name="connsiteY10" fmla="*/ 1058507 h 3643991"/>
              <a:gd name="connsiteX0" fmla="*/ 1487674 w 3635606"/>
              <a:gd name="connsiteY0" fmla="*/ 1058507 h 3643991"/>
              <a:gd name="connsiteX1" fmla="*/ 1611499 w 3635606"/>
              <a:gd name="connsiteY1" fmla="*/ 267932 h 3643991"/>
              <a:gd name="connsiteX2" fmla="*/ 2402074 w 3635606"/>
              <a:gd name="connsiteY2" fmla="*/ 20282 h 3643991"/>
              <a:gd name="connsiteX3" fmla="*/ 3002149 w 3635606"/>
              <a:gd name="connsiteY3" fmla="*/ 725132 h 3643991"/>
              <a:gd name="connsiteX4" fmla="*/ 3325999 w 3635606"/>
              <a:gd name="connsiteY4" fmla="*/ 2153882 h 3643991"/>
              <a:gd name="connsiteX5" fmla="*/ 3602224 w 3635606"/>
              <a:gd name="connsiteY5" fmla="*/ 3163532 h 3643991"/>
              <a:gd name="connsiteX6" fmla="*/ 2516374 w 3635606"/>
              <a:gd name="connsiteY6" fmla="*/ 3639782 h 3643991"/>
              <a:gd name="connsiteX7" fmla="*/ 1678174 w 3635606"/>
              <a:gd name="connsiteY7" fmla="*/ 2915882 h 3643991"/>
              <a:gd name="connsiteX8" fmla="*/ 430399 w 3635606"/>
              <a:gd name="connsiteY8" fmla="*/ 2315807 h 3643991"/>
              <a:gd name="connsiteX9" fmla="*/ 49399 w 3635606"/>
              <a:gd name="connsiteY9" fmla="*/ 1439507 h 3643991"/>
              <a:gd name="connsiteX10" fmla="*/ 1487674 w 3635606"/>
              <a:gd name="connsiteY10" fmla="*/ 1058507 h 3643991"/>
              <a:gd name="connsiteX0" fmla="*/ 1453304 w 3601236"/>
              <a:gd name="connsiteY0" fmla="*/ 1058507 h 3643991"/>
              <a:gd name="connsiteX1" fmla="*/ 1577129 w 3601236"/>
              <a:gd name="connsiteY1" fmla="*/ 267932 h 3643991"/>
              <a:gd name="connsiteX2" fmla="*/ 2367704 w 3601236"/>
              <a:gd name="connsiteY2" fmla="*/ 20282 h 3643991"/>
              <a:gd name="connsiteX3" fmla="*/ 2967779 w 3601236"/>
              <a:gd name="connsiteY3" fmla="*/ 725132 h 3643991"/>
              <a:gd name="connsiteX4" fmla="*/ 3291629 w 3601236"/>
              <a:gd name="connsiteY4" fmla="*/ 2153882 h 3643991"/>
              <a:gd name="connsiteX5" fmla="*/ 3567854 w 3601236"/>
              <a:gd name="connsiteY5" fmla="*/ 3163532 h 3643991"/>
              <a:gd name="connsiteX6" fmla="*/ 2482004 w 3601236"/>
              <a:gd name="connsiteY6" fmla="*/ 3639782 h 3643991"/>
              <a:gd name="connsiteX7" fmla="*/ 1643804 w 3601236"/>
              <a:gd name="connsiteY7" fmla="*/ 2915882 h 3643991"/>
              <a:gd name="connsiteX8" fmla="*/ 738929 w 3601236"/>
              <a:gd name="connsiteY8" fmla="*/ 2534882 h 3643991"/>
              <a:gd name="connsiteX9" fmla="*/ 15029 w 3601236"/>
              <a:gd name="connsiteY9" fmla="*/ 1439507 h 3643991"/>
              <a:gd name="connsiteX10" fmla="*/ 1453304 w 3601236"/>
              <a:gd name="connsiteY10" fmla="*/ 1058507 h 3643991"/>
              <a:gd name="connsiteX0" fmla="*/ 1240809 w 3388741"/>
              <a:gd name="connsiteY0" fmla="*/ 1058507 h 3643991"/>
              <a:gd name="connsiteX1" fmla="*/ 1364634 w 3388741"/>
              <a:gd name="connsiteY1" fmla="*/ 267932 h 3643991"/>
              <a:gd name="connsiteX2" fmla="*/ 2155209 w 3388741"/>
              <a:gd name="connsiteY2" fmla="*/ 20282 h 3643991"/>
              <a:gd name="connsiteX3" fmla="*/ 2755284 w 3388741"/>
              <a:gd name="connsiteY3" fmla="*/ 725132 h 3643991"/>
              <a:gd name="connsiteX4" fmla="*/ 3079134 w 3388741"/>
              <a:gd name="connsiteY4" fmla="*/ 2153882 h 3643991"/>
              <a:gd name="connsiteX5" fmla="*/ 3355359 w 3388741"/>
              <a:gd name="connsiteY5" fmla="*/ 3163532 h 3643991"/>
              <a:gd name="connsiteX6" fmla="*/ 2269509 w 3388741"/>
              <a:gd name="connsiteY6" fmla="*/ 3639782 h 3643991"/>
              <a:gd name="connsiteX7" fmla="*/ 1431309 w 3388741"/>
              <a:gd name="connsiteY7" fmla="*/ 2915882 h 3643991"/>
              <a:gd name="connsiteX8" fmla="*/ 526434 w 3388741"/>
              <a:gd name="connsiteY8" fmla="*/ 2534882 h 3643991"/>
              <a:gd name="connsiteX9" fmla="*/ 21609 w 3388741"/>
              <a:gd name="connsiteY9" fmla="*/ 1487132 h 3643991"/>
              <a:gd name="connsiteX10" fmla="*/ 1240809 w 3388741"/>
              <a:gd name="connsiteY10" fmla="*/ 1058507 h 3643991"/>
              <a:gd name="connsiteX0" fmla="*/ 1220853 w 3387835"/>
              <a:gd name="connsiteY0" fmla="*/ 990954 h 3643113"/>
              <a:gd name="connsiteX1" fmla="*/ 1363728 w 3387835"/>
              <a:gd name="connsiteY1" fmla="*/ 267054 h 3643113"/>
              <a:gd name="connsiteX2" fmla="*/ 2154303 w 3387835"/>
              <a:gd name="connsiteY2" fmla="*/ 19404 h 3643113"/>
              <a:gd name="connsiteX3" fmla="*/ 2754378 w 3387835"/>
              <a:gd name="connsiteY3" fmla="*/ 724254 h 3643113"/>
              <a:gd name="connsiteX4" fmla="*/ 3078228 w 3387835"/>
              <a:gd name="connsiteY4" fmla="*/ 2153004 h 3643113"/>
              <a:gd name="connsiteX5" fmla="*/ 3354453 w 3387835"/>
              <a:gd name="connsiteY5" fmla="*/ 3162654 h 3643113"/>
              <a:gd name="connsiteX6" fmla="*/ 2268603 w 3387835"/>
              <a:gd name="connsiteY6" fmla="*/ 3638904 h 3643113"/>
              <a:gd name="connsiteX7" fmla="*/ 1430403 w 3387835"/>
              <a:gd name="connsiteY7" fmla="*/ 2915004 h 3643113"/>
              <a:gd name="connsiteX8" fmla="*/ 525528 w 3387835"/>
              <a:gd name="connsiteY8" fmla="*/ 2534004 h 3643113"/>
              <a:gd name="connsiteX9" fmla="*/ 20703 w 3387835"/>
              <a:gd name="connsiteY9" fmla="*/ 1486254 h 3643113"/>
              <a:gd name="connsiteX10" fmla="*/ 1220853 w 3387835"/>
              <a:gd name="connsiteY10" fmla="*/ 990954 h 3643113"/>
              <a:gd name="connsiteX0" fmla="*/ 1220853 w 3387835"/>
              <a:gd name="connsiteY0" fmla="*/ 998898 h 3651057"/>
              <a:gd name="connsiteX1" fmla="*/ 1373253 w 3387835"/>
              <a:gd name="connsiteY1" fmla="*/ 227373 h 3651057"/>
              <a:gd name="connsiteX2" fmla="*/ 2154303 w 3387835"/>
              <a:gd name="connsiteY2" fmla="*/ 27348 h 3651057"/>
              <a:gd name="connsiteX3" fmla="*/ 2754378 w 3387835"/>
              <a:gd name="connsiteY3" fmla="*/ 732198 h 3651057"/>
              <a:gd name="connsiteX4" fmla="*/ 3078228 w 3387835"/>
              <a:gd name="connsiteY4" fmla="*/ 2160948 h 3651057"/>
              <a:gd name="connsiteX5" fmla="*/ 3354453 w 3387835"/>
              <a:gd name="connsiteY5" fmla="*/ 3170598 h 3651057"/>
              <a:gd name="connsiteX6" fmla="*/ 2268603 w 3387835"/>
              <a:gd name="connsiteY6" fmla="*/ 3646848 h 3651057"/>
              <a:gd name="connsiteX7" fmla="*/ 1430403 w 3387835"/>
              <a:gd name="connsiteY7" fmla="*/ 2922948 h 3651057"/>
              <a:gd name="connsiteX8" fmla="*/ 525528 w 3387835"/>
              <a:gd name="connsiteY8" fmla="*/ 2541948 h 3651057"/>
              <a:gd name="connsiteX9" fmla="*/ 20703 w 3387835"/>
              <a:gd name="connsiteY9" fmla="*/ 1494198 h 3651057"/>
              <a:gd name="connsiteX10" fmla="*/ 1220853 w 3387835"/>
              <a:gd name="connsiteY10" fmla="*/ 998898 h 3651057"/>
              <a:gd name="connsiteX0" fmla="*/ 1193534 w 3360516"/>
              <a:gd name="connsiteY0" fmla="*/ 998898 h 3651057"/>
              <a:gd name="connsiteX1" fmla="*/ 1345934 w 3360516"/>
              <a:gd name="connsiteY1" fmla="*/ 227373 h 3651057"/>
              <a:gd name="connsiteX2" fmla="*/ 2126984 w 3360516"/>
              <a:gd name="connsiteY2" fmla="*/ 27348 h 3651057"/>
              <a:gd name="connsiteX3" fmla="*/ 2727059 w 3360516"/>
              <a:gd name="connsiteY3" fmla="*/ 732198 h 3651057"/>
              <a:gd name="connsiteX4" fmla="*/ 3050909 w 3360516"/>
              <a:gd name="connsiteY4" fmla="*/ 2160948 h 3651057"/>
              <a:gd name="connsiteX5" fmla="*/ 3327134 w 3360516"/>
              <a:gd name="connsiteY5" fmla="*/ 3170598 h 3651057"/>
              <a:gd name="connsiteX6" fmla="*/ 2241284 w 3360516"/>
              <a:gd name="connsiteY6" fmla="*/ 3646848 h 3651057"/>
              <a:gd name="connsiteX7" fmla="*/ 1403084 w 3360516"/>
              <a:gd name="connsiteY7" fmla="*/ 2922948 h 3651057"/>
              <a:gd name="connsiteX8" fmla="*/ 498209 w 3360516"/>
              <a:gd name="connsiteY8" fmla="*/ 2541948 h 3651057"/>
              <a:gd name="connsiteX9" fmla="*/ 21959 w 3360516"/>
              <a:gd name="connsiteY9" fmla="*/ 1532298 h 3651057"/>
              <a:gd name="connsiteX10" fmla="*/ 1193534 w 3360516"/>
              <a:gd name="connsiteY10" fmla="*/ 998898 h 3651057"/>
              <a:gd name="connsiteX0" fmla="*/ 1225225 w 3392207"/>
              <a:gd name="connsiteY0" fmla="*/ 998898 h 3651057"/>
              <a:gd name="connsiteX1" fmla="*/ 1377625 w 3392207"/>
              <a:gd name="connsiteY1" fmla="*/ 227373 h 3651057"/>
              <a:gd name="connsiteX2" fmla="*/ 2158675 w 3392207"/>
              <a:gd name="connsiteY2" fmla="*/ 27348 h 3651057"/>
              <a:gd name="connsiteX3" fmla="*/ 2758750 w 3392207"/>
              <a:gd name="connsiteY3" fmla="*/ 732198 h 3651057"/>
              <a:gd name="connsiteX4" fmla="*/ 3082600 w 3392207"/>
              <a:gd name="connsiteY4" fmla="*/ 2160948 h 3651057"/>
              <a:gd name="connsiteX5" fmla="*/ 3358825 w 3392207"/>
              <a:gd name="connsiteY5" fmla="*/ 3170598 h 3651057"/>
              <a:gd name="connsiteX6" fmla="*/ 2272975 w 3392207"/>
              <a:gd name="connsiteY6" fmla="*/ 3646848 h 3651057"/>
              <a:gd name="connsiteX7" fmla="*/ 1434775 w 3392207"/>
              <a:gd name="connsiteY7" fmla="*/ 2922948 h 3651057"/>
              <a:gd name="connsiteX8" fmla="*/ 529900 w 3392207"/>
              <a:gd name="connsiteY8" fmla="*/ 2541948 h 3651057"/>
              <a:gd name="connsiteX9" fmla="*/ 53650 w 3392207"/>
              <a:gd name="connsiteY9" fmla="*/ 1532298 h 3651057"/>
              <a:gd name="connsiteX10" fmla="*/ 1225225 w 3392207"/>
              <a:gd name="connsiteY10" fmla="*/ 998898 h 3651057"/>
              <a:gd name="connsiteX0" fmla="*/ 1225225 w 3392207"/>
              <a:gd name="connsiteY0" fmla="*/ 998898 h 3651057"/>
              <a:gd name="connsiteX1" fmla="*/ 1377625 w 3392207"/>
              <a:gd name="connsiteY1" fmla="*/ 227373 h 3651057"/>
              <a:gd name="connsiteX2" fmla="*/ 2158675 w 3392207"/>
              <a:gd name="connsiteY2" fmla="*/ 27348 h 3651057"/>
              <a:gd name="connsiteX3" fmla="*/ 2758750 w 3392207"/>
              <a:gd name="connsiteY3" fmla="*/ 732198 h 3651057"/>
              <a:gd name="connsiteX4" fmla="*/ 3082600 w 3392207"/>
              <a:gd name="connsiteY4" fmla="*/ 2160948 h 3651057"/>
              <a:gd name="connsiteX5" fmla="*/ 3358825 w 3392207"/>
              <a:gd name="connsiteY5" fmla="*/ 3170598 h 3651057"/>
              <a:gd name="connsiteX6" fmla="*/ 2272975 w 3392207"/>
              <a:gd name="connsiteY6" fmla="*/ 3646848 h 3651057"/>
              <a:gd name="connsiteX7" fmla="*/ 1434775 w 3392207"/>
              <a:gd name="connsiteY7" fmla="*/ 2922948 h 3651057"/>
              <a:gd name="connsiteX8" fmla="*/ 529900 w 3392207"/>
              <a:gd name="connsiteY8" fmla="*/ 2541948 h 3651057"/>
              <a:gd name="connsiteX9" fmla="*/ 53650 w 3392207"/>
              <a:gd name="connsiteY9" fmla="*/ 1532298 h 3651057"/>
              <a:gd name="connsiteX10" fmla="*/ 1225225 w 3392207"/>
              <a:gd name="connsiteY10" fmla="*/ 998898 h 3651057"/>
              <a:gd name="connsiteX0" fmla="*/ 1225225 w 3392207"/>
              <a:gd name="connsiteY0" fmla="*/ 998898 h 3650503"/>
              <a:gd name="connsiteX1" fmla="*/ 1377625 w 3392207"/>
              <a:gd name="connsiteY1" fmla="*/ 227373 h 3650503"/>
              <a:gd name="connsiteX2" fmla="*/ 2158675 w 3392207"/>
              <a:gd name="connsiteY2" fmla="*/ 27348 h 3650503"/>
              <a:gd name="connsiteX3" fmla="*/ 2758750 w 3392207"/>
              <a:gd name="connsiteY3" fmla="*/ 732198 h 3650503"/>
              <a:gd name="connsiteX4" fmla="*/ 3082600 w 3392207"/>
              <a:gd name="connsiteY4" fmla="*/ 2160948 h 3650503"/>
              <a:gd name="connsiteX5" fmla="*/ 3358825 w 3392207"/>
              <a:gd name="connsiteY5" fmla="*/ 3170598 h 3650503"/>
              <a:gd name="connsiteX6" fmla="*/ 2272975 w 3392207"/>
              <a:gd name="connsiteY6" fmla="*/ 3646848 h 3650503"/>
              <a:gd name="connsiteX7" fmla="*/ 1368100 w 3392207"/>
              <a:gd name="connsiteY7" fmla="*/ 2941998 h 3650503"/>
              <a:gd name="connsiteX8" fmla="*/ 529900 w 3392207"/>
              <a:gd name="connsiteY8" fmla="*/ 2541948 h 3650503"/>
              <a:gd name="connsiteX9" fmla="*/ 53650 w 3392207"/>
              <a:gd name="connsiteY9" fmla="*/ 1532298 h 3650503"/>
              <a:gd name="connsiteX10" fmla="*/ 1225225 w 3392207"/>
              <a:gd name="connsiteY10" fmla="*/ 998898 h 3650503"/>
              <a:gd name="connsiteX0" fmla="*/ 1187895 w 3354877"/>
              <a:gd name="connsiteY0" fmla="*/ 998898 h 3650503"/>
              <a:gd name="connsiteX1" fmla="*/ 1340295 w 3354877"/>
              <a:gd name="connsiteY1" fmla="*/ 227373 h 3650503"/>
              <a:gd name="connsiteX2" fmla="*/ 2121345 w 3354877"/>
              <a:gd name="connsiteY2" fmla="*/ 27348 h 3650503"/>
              <a:gd name="connsiteX3" fmla="*/ 2721420 w 3354877"/>
              <a:gd name="connsiteY3" fmla="*/ 732198 h 3650503"/>
              <a:gd name="connsiteX4" fmla="*/ 3045270 w 3354877"/>
              <a:gd name="connsiteY4" fmla="*/ 2160948 h 3650503"/>
              <a:gd name="connsiteX5" fmla="*/ 3321495 w 3354877"/>
              <a:gd name="connsiteY5" fmla="*/ 3170598 h 3650503"/>
              <a:gd name="connsiteX6" fmla="*/ 2235645 w 3354877"/>
              <a:gd name="connsiteY6" fmla="*/ 3646848 h 3650503"/>
              <a:gd name="connsiteX7" fmla="*/ 1330770 w 3354877"/>
              <a:gd name="connsiteY7" fmla="*/ 2941998 h 3650503"/>
              <a:gd name="connsiteX8" fmla="*/ 559245 w 3354877"/>
              <a:gd name="connsiteY8" fmla="*/ 2408598 h 3650503"/>
              <a:gd name="connsiteX9" fmla="*/ 16320 w 3354877"/>
              <a:gd name="connsiteY9" fmla="*/ 1532298 h 3650503"/>
              <a:gd name="connsiteX10" fmla="*/ 1187895 w 3354877"/>
              <a:gd name="connsiteY10" fmla="*/ 998898 h 3650503"/>
              <a:gd name="connsiteX0" fmla="*/ 1184660 w 3351642"/>
              <a:gd name="connsiteY0" fmla="*/ 998898 h 3650503"/>
              <a:gd name="connsiteX1" fmla="*/ 1337060 w 3351642"/>
              <a:gd name="connsiteY1" fmla="*/ 227373 h 3650503"/>
              <a:gd name="connsiteX2" fmla="*/ 2118110 w 3351642"/>
              <a:gd name="connsiteY2" fmla="*/ 27348 h 3650503"/>
              <a:gd name="connsiteX3" fmla="*/ 2718185 w 3351642"/>
              <a:gd name="connsiteY3" fmla="*/ 732198 h 3650503"/>
              <a:gd name="connsiteX4" fmla="*/ 3042035 w 3351642"/>
              <a:gd name="connsiteY4" fmla="*/ 2160948 h 3650503"/>
              <a:gd name="connsiteX5" fmla="*/ 3318260 w 3351642"/>
              <a:gd name="connsiteY5" fmla="*/ 3170598 h 3650503"/>
              <a:gd name="connsiteX6" fmla="*/ 2232410 w 3351642"/>
              <a:gd name="connsiteY6" fmla="*/ 3646848 h 3650503"/>
              <a:gd name="connsiteX7" fmla="*/ 1327535 w 3351642"/>
              <a:gd name="connsiteY7" fmla="*/ 2941998 h 3650503"/>
              <a:gd name="connsiteX8" fmla="*/ 603635 w 3351642"/>
              <a:gd name="connsiteY8" fmla="*/ 2589573 h 3650503"/>
              <a:gd name="connsiteX9" fmla="*/ 13085 w 3351642"/>
              <a:gd name="connsiteY9" fmla="*/ 1532298 h 3650503"/>
              <a:gd name="connsiteX10" fmla="*/ 1184660 w 3351642"/>
              <a:gd name="connsiteY10" fmla="*/ 998898 h 3650503"/>
              <a:gd name="connsiteX0" fmla="*/ 830300 w 2997282"/>
              <a:gd name="connsiteY0" fmla="*/ 998898 h 3650503"/>
              <a:gd name="connsiteX1" fmla="*/ 982700 w 2997282"/>
              <a:gd name="connsiteY1" fmla="*/ 227373 h 3650503"/>
              <a:gd name="connsiteX2" fmla="*/ 1763750 w 2997282"/>
              <a:gd name="connsiteY2" fmla="*/ 27348 h 3650503"/>
              <a:gd name="connsiteX3" fmla="*/ 2363825 w 2997282"/>
              <a:gd name="connsiteY3" fmla="*/ 732198 h 3650503"/>
              <a:gd name="connsiteX4" fmla="*/ 2687675 w 2997282"/>
              <a:gd name="connsiteY4" fmla="*/ 2160948 h 3650503"/>
              <a:gd name="connsiteX5" fmla="*/ 2963900 w 2997282"/>
              <a:gd name="connsiteY5" fmla="*/ 3170598 h 3650503"/>
              <a:gd name="connsiteX6" fmla="*/ 1878050 w 2997282"/>
              <a:gd name="connsiteY6" fmla="*/ 3646848 h 3650503"/>
              <a:gd name="connsiteX7" fmla="*/ 973175 w 2997282"/>
              <a:gd name="connsiteY7" fmla="*/ 2941998 h 3650503"/>
              <a:gd name="connsiteX8" fmla="*/ 249275 w 2997282"/>
              <a:gd name="connsiteY8" fmla="*/ 2589573 h 3650503"/>
              <a:gd name="connsiteX9" fmla="*/ 39725 w 2997282"/>
              <a:gd name="connsiteY9" fmla="*/ 1713273 h 3650503"/>
              <a:gd name="connsiteX10" fmla="*/ 830300 w 2997282"/>
              <a:gd name="connsiteY10" fmla="*/ 998898 h 365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97282" h="3650503">
                <a:moveTo>
                  <a:pt x="830300" y="998898"/>
                </a:moveTo>
                <a:cubicBezTo>
                  <a:pt x="987462" y="751248"/>
                  <a:pt x="827125" y="389298"/>
                  <a:pt x="982700" y="227373"/>
                </a:cubicBezTo>
                <a:cubicBezTo>
                  <a:pt x="1138275" y="65448"/>
                  <a:pt x="1533563" y="-56789"/>
                  <a:pt x="1763750" y="27348"/>
                </a:cubicBezTo>
                <a:cubicBezTo>
                  <a:pt x="1993937" y="111485"/>
                  <a:pt x="2209837" y="376598"/>
                  <a:pt x="2363825" y="732198"/>
                </a:cubicBezTo>
                <a:cubicBezTo>
                  <a:pt x="2517813" y="1087798"/>
                  <a:pt x="2587663" y="1754548"/>
                  <a:pt x="2687675" y="2160948"/>
                </a:cubicBezTo>
                <a:cubicBezTo>
                  <a:pt x="2787687" y="2567348"/>
                  <a:pt x="3098837" y="2922948"/>
                  <a:pt x="2963900" y="3170598"/>
                </a:cubicBezTo>
                <a:cubicBezTo>
                  <a:pt x="2828963" y="3418248"/>
                  <a:pt x="2209837" y="3684948"/>
                  <a:pt x="1878050" y="3646848"/>
                </a:cubicBezTo>
                <a:cubicBezTo>
                  <a:pt x="1546263" y="3608748"/>
                  <a:pt x="1244638" y="3118211"/>
                  <a:pt x="973175" y="2941998"/>
                </a:cubicBezTo>
                <a:cubicBezTo>
                  <a:pt x="701713" y="2765786"/>
                  <a:pt x="471525" y="2789598"/>
                  <a:pt x="249275" y="2589573"/>
                </a:cubicBezTo>
                <a:cubicBezTo>
                  <a:pt x="27025" y="2389548"/>
                  <a:pt x="-57112" y="1978385"/>
                  <a:pt x="39725" y="1713273"/>
                </a:cubicBezTo>
                <a:cubicBezTo>
                  <a:pt x="136562" y="1448161"/>
                  <a:pt x="673138" y="1246548"/>
                  <a:pt x="830300" y="998898"/>
                </a:cubicBezTo>
                <a:close/>
              </a:path>
            </a:pathLst>
          </a:custGeom>
          <a:solidFill>
            <a:srgbClr val="9DA2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1321;p54"/>
          <p:cNvSpPr txBox="1">
            <a:spLocks/>
          </p:cNvSpPr>
          <p:nvPr/>
        </p:nvSpPr>
        <p:spPr>
          <a:xfrm>
            <a:off x="3044831" y="370134"/>
            <a:ext cx="8793225" cy="913354"/>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4000" b="1" dirty="0">
                <a:solidFill>
                  <a:srgbClr val="293242"/>
                </a:solidFill>
                <a:latin typeface="Roboto" panose="02000000000000000000" pitchFamily="2" charset="0"/>
                <a:ea typeface="Roboto" panose="02000000000000000000" pitchFamily="2" charset="0"/>
              </a:rPr>
              <a:t>Vehicle Parking Management System</a:t>
            </a:r>
          </a:p>
        </p:txBody>
      </p:sp>
      <p:sp>
        <p:nvSpPr>
          <p:cNvPr id="9" name="Rectangle 8"/>
          <p:cNvSpPr/>
          <p:nvPr/>
        </p:nvSpPr>
        <p:spPr>
          <a:xfrm>
            <a:off x="5484377" y="1710090"/>
            <a:ext cx="6744239" cy="3785652"/>
          </a:xfrm>
          <a:prstGeom prst="rect">
            <a:avLst/>
          </a:prstGeom>
        </p:spPr>
        <p:txBody>
          <a:bodyPr wrap="square">
            <a:spAutoFit/>
          </a:bodyPr>
          <a:lstStyle/>
          <a:p>
            <a:r>
              <a:rPr lang="en-US" sz="3000" dirty="0"/>
              <a:t>Parking management system for managing the records of the incoming and outgoing vehicles in an parking house.</a:t>
            </a:r>
          </a:p>
          <a:p>
            <a:endParaRPr lang="en-US" sz="3000" dirty="0"/>
          </a:p>
          <a:p>
            <a:endParaRPr lang="en-US" sz="3000" dirty="0"/>
          </a:p>
          <a:p>
            <a:r>
              <a:rPr lang="en-US" sz="3000" dirty="0"/>
              <a:t>It’s an easy for Admin to retrieve the data if the vehicle has been visited through number he can get that data.</a:t>
            </a:r>
          </a:p>
        </p:txBody>
      </p:sp>
      <p:sp>
        <p:nvSpPr>
          <p:cNvPr id="16" name="Freeform 15"/>
          <p:cNvSpPr/>
          <p:nvPr/>
        </p:nvSpPr>
        <p:spPr>
          <a:xfrm rot="5113098">
            <a:off x="3657559" y="5183382"/>
            <a:ext cx="2997282" cy="3650503"/>
          </a:xfrm>
          <a:custGeom>
            <a:avLst/>
            <a:gdLst>
              <a:gd name="connsiteX0" fmla="*/ 1127167 w 4572221"/>
              <a:gd name="connsiteY0" fmla="*/ 1346496 h 3911183"/>
              <a:gd name="connsiteX1" fmla="*/ 1698667 w 4572221"/>
              <a:gd name="connsiteY1" fmla="*/ 622596 h 3911183"/>
              <a:gd name="connsiteX2" fmla="*/ 2174917 w 4572221"/>
              <a:gd name="connsiteY2" fmla="*/ 12996 h 3911183"/>
              <a:gd name="connsiteX3" fmla="*/ 3175042 w 4572221"/>
              <a:gd name="connsiteY3" fmla="*/ 1213146 h 3911183"/>
              <a:gd name="connsiteX4" fmla="*/ 3470317 w 4572221"/>
              <a:gd name="connsiteY4" fmla="*/ 2137071 h 3911183"/>
              <a:gd name="connsiteX5" fmla="*/ 4546642 w 4572221"/>
              <a:gd name="connsiteY5" fmla="*/ 3518196 h 3911183"/>
              <a:gd name="connsiteX6" fmla="*/ 2260642 w 4572221"/>
              <a:gd name="connsiteY6" fmla="*/ 3861096 h 3911183"/>
              <a:gd name="connsiteX7" fmla="*/ 1527217 w 4572221"/>
              <a:gd name="connsiteY7" fmla="*/ 2622846 h 3911183"/>
              <a:gd name="connsiteX8" fmla="*/ 117517 w 4572221"/>
              <a:gd name="connsiteY8" fmla="*/ 2270421 h 3911183"/>
              <a:gd name="connsiteX9" fmla="*/ 193717 w 4572221"/>
              <a:gd name="connsiteY9" fmla="*/ 1422696 h 3911183"/>
              <a:gd name="connsiteX10" fmla="*/ 1127167 w 4572221"/>
              <a:gd name="connsiteY10" fmla="*/ 1346496 h 3911183"/>
              <a:gd name="connsiteX0" fmla="*/ 1607147 w 4595001"/>
              <a:gd name="connsiteY0" fmla="*/ 1260463 h 3910875"/>
              <a:gd name="connsiteX1" fmla="*/ 1721447 w 4595001"/>
              <a:gd name="connsiteY1" fmla="*/ 622288 h 3910875"/>
              <a:gd name="connsiteX2" fmla="*/ 2197697 w 4595001"/>
              <a:gd name="connsiteY2" fmla="*/ 12688 h 3910875"/>
              <a:gd name="connsiteX3" fmla="*/ 3197822 w 4595001"/>
              <a:gd name="connsiteY3" fmla="*/ 1212838 h 3910875"/>
              <a:gd name="connsiteX4" fmla="*/ 3493097 w 4595001"/>
              <a:gd name="connsiteY4" fmla="*/ 2136763 h 3910875"/>
              <a:gd name="connsiteX5" fmla="*/ 4569422 w 4595001"/>
              <a:gd name="connsiteY5" fmla="*/ 3517888 h 3910875"/>
              <a:gd name="connsiteX6" fmla="*/ 2283422 w 4595001"/>
              <a:gd name="connsiteY6" fmla="*/ 3860788 h 3910875"/>
              <a:gd name="connsiteX7" fmla="*/ 1549997 w 4595001"/>
              <a:gd name="connsiteY7" fmla="*/ 2622538 h 3910875"/>
              <a:gd name="connsiteX8" fmla="*/ 140297 w 4595001"/>
              <a:gd name="connsiteY8" fmla="*/ 2270113 h 3910875"/>
              <a:gd name="connsiteX9" fmla="*/ 216497 w 4595001"/>
              <a:gd name="connsiteY9" fmla="*/ 1422388 h 3910875"/>
              <a:gd name="connsiteX10" fmla="*/ 1607147 w 4595001"/>
              <a:gd name="connsiteY10" fmla="*/ 1260463 h 3910875"/>
              <a:gd name="connsiteX0" fmla="*/ 1657308 w 4597537"/>
              <a:gd name="connsiteY0" fmla="*/ 1040657 h 3910144"/>
              <a:gd name="connsiteX1" fmla="*/ 1723983 w 4597537"/>
              <a:gd name="connsiteY1" fmla="*/ 621557 h 3910144"/>
              <a:gd name="connsiteX2" fmla="*/ 2200233 w 4597537"/>
              <a:gd name="connsiteY2" fmla="*/ 11957 h 3910144"/>
              <a:gd name="connsiteX3" fmla="*/ 3200358 w 4597537"/>
              <a:gd name="connsiteY3" fmla="*/ 1212107 h 3910144"/>
              <a:gd name="connsiteX4" fmla="*/ 3495633 w 4597537"/>
              <a:gd name="connsiteY4" fmla="*/ 2136032 h 3910144"/>
              <a:gd name="connsiteX5" fmla="*/ 4571958 w 4597537"/>
              <a:gd name="connsiteY5" fmla="*/ 3517157 h 3910144"/>
              <a:gd name="connsiteX6" fmla="*/ 2285958 w 4597537"/>
              <a:gd name="connsiteY6" fmla="*/ 3860057 h 3910144"/>
              <a:gd name="connsiteX7" fmla="*/ 1552533 w 4597537"/>
              <a:gd name="connsiteY7" fmla="*/ 2621807 h 3910144"/>
              <a:gd name="connsiteX8" fmla="*/ 142833 w 4597537"/>
              <a:gd name="connsiteY8" fmla="*/ 2269382 h 3910144"/>
              <a:gd name="connsiteX9" fmla="*/ 219033 w 4597537"/>
              <a:gd name="connsiteY9" fmla="*/ 1421657 h 3910144"/>
              <a:gd name="connsiteX10" fmla="*/ 1657308 w 4597537"/>
              <a:gd name="connsiteY10" fmla="*/ 1040657 h 3910144"/>
              <a:gd name="connsiteX0" fmla="*/ 1657308 w 4597537"/>
              <a:gd name="connsiteY0" fmla="*/ 1050027 h 3919514"/>
              <a:gd name="connsiteX1" fmla="*/ 1723983 w 4597537"/>
              <a:gd name="connsiteY1" fmla="*/ 630927 h 3919514"/>
              <a:gd name="connsiteX2" fmla="*/ 2571708 w 4597537"/>
              <a:gd name="connsiteY2" fmla="*/ 11802 h 3919514"/>
              <a:gd name="connsiteX3" fmla="*/ 3200358 w 4597537"/>
              <a:gd name="connsiteY3" fmla="*/ 1221477 h 3919514"/>
              <a:gd name="connsiteX4" fmla="*/ 3495633 w 4597537"/>
              <a:gd name="connsiteY4" fmla="*/ 2145402 h 3919514"/>
              <a:gd name="connsiteX5" fmla="*/ 4571958 w 4597537"/>
              <a:gd name="connsiteY5" fmla="*/ 3526527 h 3919514"/>
              <a:gd name="connsiteX6" fmla="*/ 2285958 w 4597537"/>
              <a:gd name="connsiteY6" fmla="*/ 3869427 h 3919514"/>
              <a:gd name="connsiteX7" fmla="*/ 1552533 w 4597537"/>
              <a:gd name="connsiteY7" fmla="*/ 2631177 h 3919514"/>
              <a:gd name="connsiteX8" fmla="*/ 142833 w 4597537"/>
              <a:gd name="connsiteY8" fmla="*/ 2278752 h 3919514"/>
              <a:gd name="connsiteX9" fmla="*/ 219033 w 4597537"/>
              <a:gd name="connsiteY9" fmla="*/ 1431027 h 3919514"/>
              <a:gd name="connsiteX10" fmla="*/ 1657308 w 4597537"/>
              <a:gd name="connsiteY10" fmla="*/ 1050027 h 3919514"/>
              <a:gd name="connsiteX0" fmla="*/ 1657308 w 4597537"/>
              <a:gd name="connsiteY0" fmla="*/ 1091706 h 3961193"/>
              <a:gd name="connsiteX1" fmla="*/ 1781133 w 4597537"/>
              <a:gd name="connsiteY1" fmla="*/ 301131 h 3961193"/>
              <a:gd name="connsiteX2" fmla="*/ 2571708 w 4597537"/>
              <a:gd name="connsiteY2" fmla="*/ 53481 h 3961193"/>
              <a:gd name="connsiteX3" fmla="*/ 3200358 w 4597537"/>
              <a:gd name="connsiteY3" fmla="*/ 1263156 h 3961193"/>
              <a:gd name="connsiteX4" fmla="*/ 3495633 w 4597537"/>
              <a:gd name="connsiteY4" fmla="*/ 2187081 h 3961193"/>
              <a:gd name="connsiteX5" fmla="*/ 4571958 w 4597537"/>
              <a:gd name="connsiteY5" fmla="*/ 3568206 h 3961193"/>
              <a:gd name="connsiteX6" fmla="*/ 2285958 w 4597537"/>
              <a:gd name="connsiteY6" fmla="*/ 3911106 h 3961193"/>
              <a:gd name="connsiteX7" fmla="*/ 1552533 w 4597537"/>
              <a:gd name="connsiteY7" fmla="*/ 2672856 h 3961193"/>
              <a:gd name="connsiteX8" fmla="*/ 142833 w 4597537"/>
              <a:gd name="connsiteY8" fmla="*/ 2320431 h 3961193"/>
              <a:gd name="connsiteX9" fmla="*/ 219033 w 4597537"/>
              <a:gd name="connsiteY9" fmla="*/ 1472706 h 3961193"/>
              <a:gd name="connsiteX10" fmla="*/ 1657308 w 4597537"/>
              <a:gd name="connsiteY10" fmla="*/ 1091706 h 3961193"/>
              <a:gd name="connsiteX0" fmla="*/ 1657308 w 4597636"/>
              <a:gd name="connsiteY0" fmla="*/ 1058507 h 3927994"/>
              <a:gd name="connsiteX1" fmla="*/ 1781133 w 4597636"/>
              <a:gd name="connsiteY1" fmla="*/ 267932 h 3927994"/>
              <a:gd name="connsiteX2" fmla="*/ 2571708 w 4597636"/>
              <a:gd name="connsiteY2" fmla="*/ 20282 h 3927994"/>
              <a:gd name="connsiteX3" fmla="*/ 3171783 w 4597636"/>
              <a:gd name="connsiteY3" fmla="*/ 725132 h 3927994"/>
              <a:gd name="connsiteX4" fmla="*/ 3495633 w 4597636"/>
              <a:gd name="connsiteY4" fmla="*/ 2153882 h 3927994"/>
              <a:gd name="connsiteX5" fmla="*/ 4571958 w 4597636"/>
              <a:gd name="connsiteY5" fmla="*/ 3535007 h 3927994"/>
              <a:gd name="connsiteX6" fmla="*/ 2285958 w 4597636"/>
              <a:gd name="connsiteY6" fmla="*/ 3877907 h 3927994"/>
              <a:gd name="connsiteX7" fmla="*/ 1552533 w 4597636"/>
              <a:gd name="connsiteY7" fmla="*/ 2639657 h 3927994"/>
              <a:gd name="connsiteX8" fmla="*/ 142833 w 4597636"/>
              <a:gd name="connsiteY8" fmla="*/ 2287232 h 3927994"/>
              <a:gd name="connsiteX9" fmla="*/ 219033 w 4597636"/>
              <a:gd name="connsiteY9" fmla="*/ 1439507 h 3927994"/>
              <a:gd name="connsiteX10" fmla="*/ 1657308 w 4597636"/>
              <a:gd name="connsiteY10" fmla="*/ 1058507 h 3927994"/>
              <a:gd name="connsiteX0" fmla="*/ 1657308 w 3688229"/>
              <a:gd name="connsiteY0" fmla="*/ 1058507 h 3887291"/>
              <a:gd name="connsiteX1" fmla="*/ 1781133 w 3688229"/>
              <a:gd name="connsiteY1" fmla="*/ 267932 h 3887291"/>
              <a:gd name="connsiteX2" fmla="*/ 2571708 w 3688229"/>
              <a:gd name="connsiteY2" fmla="*/ 20282 h 3887291"/>
              <a:gd name="connsiteX3" fmla="*/ 3171783 w 3688229"/>
              <a:gd name="connsiteY3" fmla="*/ 725132 h 3887291"/>
              <a:gd name="connsiteX4" fmla="*/ 3495633 w 3688229"/>
              <a:gd name="connsiteY4" fmla="*/ 2153882 h 3887291"/>
              <a:gd name="connsiteX5" fmla="*/ 3609933 w 3688229"/>
              <a:gd name="connsiteY5" fmla="*/ 3154007 h 3887291"/>
              <a:gd name="connsiteX6" fmla="*/ 2285958 w 3688229"/>
              <a:gd name="connsiteY6" fmla="*/ 3877907 h 3887291"/>
              <a:gd name="connsiteX7" fmla="*/ 1552533 w 3688229"/>
              <a:gd name="connsiteY7" fmla="*/ 2639657 h 3887291"/>
              <a:gd name="connsiteX8" fmla="*/ 142833 w 3688229"/>
              <a:gd name="connsiteY8" fmla="*/ 2287232 h 3887291"/>
              <a:gd name="connsiteX9" fmla="*/ 219033 w 3688229"/>
              <a:gd name="connsiteY9" fmla="*/ 1439507 h 3887291"/>
              <a:gd name="connsiteX10" fmla="*/ 1657308 w 3688229"/>
              <a:gd name="connsiteY10" fmla="*/ 1058507 h 3887291"/>
              <a:gd name="connsiteX0" fmla="*/ 1657308 w 3830182"/>
              <a:gd name="connsiteY0" fmla="*/ 1058507 h 3887753"/>
              <a:gd name="connsiteX1" fmla="*/ 1781133 w 3830182"/>
              <a:gd name="connsiteY1" fmla="*/ 267932 h 3887753"/>
              <a:gd name="connsiteX2" fmla="*/ 2571708 w 3830182"/>
              <a:gd name="connsiteY2" fmla="*/ 20282 h 3887753"/>
              <a:gd name="connsiteX3" fmla="*/ 3171783 w 3830182"/>
              <a:gd name="connsiteY3" fmla="*/ 725132 h 3887753"/>
              <a:gd name="connsiteX4" fmla="*/ 3495633 w 3830182"/>
              <a:gd name="connsiteY4" fmla="*/ 2153882 h 3887753"/>
              <a:gd name="connsiteX5" fmla="*/ 3771858 w 3830182"/>
              <a:gd name="connsiteY5" fmla="*/ 3163532 h 3887753"/>
              <a:gd name="connsiteX6" fmla="*/ 2285958 w 3830182"/>
              <a:gd name="connsiteY6" fmla="*/ 3877907 h 3887753"/>
              <a:gd name="connsiteX7" fmla="*/ 1552533 w 3830182"/>
              <a:gd name="connsiteY7" fmla="*/ 2639657 h 3887753"/>
              <a:gd name="connsiteX8" fmla="*/ 142833 w 3830182"/>
              <a:gd name="connsiteY8" fmla="*/ 2287232 h 3887753"/>
              <a:gd name="connsiteX9" fmla="*/ 219033 w 3830182"/>
              <a:gd name="connsiteY9" fmla="*/ 1439507 h 3887753"/>
              <a:gd name="connsiteX10" fmla="*/ 1657308 w 3830182"/>
              <a:gd name="connsiteY10" fmla="*/ 1058507 h 3887753"/>
              <a:gd name="connsiteX0" fmla="*/ 1657308 w 3831418"/>
              <a:gd name="connsiteY0" fmla="*/ 1058507 h 3373663"/>
              <a:gd name="connsiteX1" fmla="*/ 1781133 w 3831418"/>
              <a:gd name="connsiteY1" fmla="*/ 267932 h 3373663"/>
              <a:gd name="connsiteX2" fmla="*/ 2571708 w 3831418"/>
              <a:gd name="connsiteY2" fmla="*/ 20282 h 3373663"/>
              <a:gd name="connsiteX3" fmla="*/ 3171783 w 3831418"/>
              <a:gd name="connsiteY3" fmla="*/ 725132 h 3373663"/>
              <a:gd name="connsiteX4" fmla="*/ 3495633 w 3831418"/>
              <a:gd name="connsiteY4" fmla="*/ 2153882 h 3373663"/>
              <a:gd name="connsiteX5" fmla="*/ 3771858 w 3831418"/>
              <a:gd name="connsiteY5" fmla="*/ 3163532 h 3373663"/>
              <a:gd name="connsiteX6" fmla="*/ 2266908 w 3831418"/>
              <a:gd name="connsiteY6" fmla="*/ 3334982 h 3373663"/>
              <a:gd name="connsiteX7" fmla="*/ 1552533 w 3831418"/>
              <a:gd name="connsiteY7" fmla="*/ 2639657 h 3373663"/>
              <a:gd name="connsiteX8" fmla="*/ 142833 w 3831418"/>
              <a:gd name="connsiteY8" fmla="*/ 2287232 h 3373663"/>
              <a:gd name="connsiteX9" fmla="*/ 219033 w 3831418"/>
              <a:gd name="connsiteY9" fmla="*/ 1439507 h 3373663"/>
              <a:gd name="connsiteX10" fmla="*/ 1657308 w 3831418"/>
              <a:gd name="connsiteY10" fmla="*/ 1058507 h 3373663"/>
              <a:gd name="connsiteX0" fmla="*/ 1657308 w 3805240"/>
              <a:gd name="connsiteY0" fmla="*/ 1058507 h 3654625"/>
              <a:gd name="connsiteX1" fmla="*/ 1781133 w 3805240"/>
              <a:gd name="connsiteY1" fmla="*/ 267932 h 3654625"/>
              <a:gd name="connsiteX2" fmla="*/ 2571708 w 3805240"/>
              <a:gd name="connsiteY2" fmla="*/ 20282 h 3654625"/>
              <a:gd name="connsiteX3" fmla="*/ 3171783 w 3805240"/>
              <a:gd name="connsiteY3" fmla="*/ 725132 h 3654625"/>
              <a:gd name="connsiteX4" fmla="*/ 3495633 w 3805240"/>
              <a:gd name="connsiteY4" fmla="*/ 2153882 h 3654625"/>
              <a:gd name="connsiteX5" fmla="*/ 3771858 w 3805240"/>
              <a:gd name="connsiteY5" fmla="*/ 3163532 h 3654625"/>
              <a:gd name="connsiteX6" fmla="*/ 2686008 w 3805240"/>
              <a:gd name="connsiteY6" fmla="*/ 3639782 h 3654625"/>
              <a:gd name="connsiteX7" fmla="*/ 1552533 w 3805240"/>
              <a:gd name="connsiteY7" fmla="*/ 2639657 h 3654625"/>
              <a:gd name="connsiteX8" fmla="*/ 142833 w 3805240"/>
              <a:gd name="connsiteY8" fmla="*/ 2287232 h 3654625"/>
              <a:gd name="connsiteX9" fmla="*/ 219033 w 3805240"/>
              <a:gd name="connsiteY9" fmla="*/ 1439507 h 3654625"/>
              <a:gd name="connsiteX10" fmla="*/ 1657308 w 3805240"/>
              <a:gd name="connsiteY10" fmla="*/ 1058507 h 3654625"/>
              <a:gd name="connsiteX0" fmla="*/ 1657308 w 3805240"/>
              <a:gd name="connsiteY0" fmla="*/ 1058507 h 3643991"/>
              <a:gd name="connsiteX1" fmla="*/ 1781133 w 3805240"/>
              <a:gd name="connsiteY1" fmla="*/ 267932 h 3643991"/>
              <a:gd name="connsiteX2" fmla="*/ 2571708 w 3805240"/>
              <a:gd name="connsiteY2" fmla="*/ 20282 h 3643991"/>
              <a:gd name="connsiteX3" fmla="*/ 3171783 w 3805240"/>
              <a:gd name="connsiteY3" fmla="*/ 725132 h 3643991"/>
              <a:gd name="connsiteX4" fmla="*/ 3495633 w 3805240"/>
              <a:gd name="connsiteY4" fmla="*/ 2153882 h 3643991"/>
              <a:gd name="connsiteX5" fmla="*/ 3771858 w 3805240"/>
              <a:gd name="connsiteY5" fmla="*/ 3163532 h 3643991"/>
              <a:gd name="connsiteX6" fmla="*/ 2686008 w 3805240"/>
              <a:gd name="connsiteY6" fmla="*/ 3639782 h 3643991"/>
              <a:gd name="connsiteX7" fmla="*/ 1847808 w 3805240"/>
              <a:gd name="connsiteY7" fmla="*/ 2915882 h 3643991"/>
              <a:gd name="connsiteX8" fmla="*/ 142833 w 3805240"/>
              <a:gd name="connsiteY8" fmla="*/ 2287232 h 3643991"/>
              <a:gd name="connsiteX9" fmla="*/ 219033 w 3805240"/>
              <a:gd name="connsiteY9" fmla="*/ 1439507 h 3643991"/>
              <a:gd name="connsiteX10" fmla="*/ 1657308 w 3805240"/>
              <a:gd name="connsiteY10" fmla="*/ 1058507 h 3643991"/>
              <a:gd name="connsiteX0" fmla="*/ 1487674 w 3635606"/>
              <a:gd name="connsiteY0" fmla="*/ 1058507 h 3643991"/>
              <a:gd name="connsiteX1" fmla="*/ 1611499 w 3635606"/>
              <a:gd name="connsiteY1" fmla="*/ 267932 h 3643991"/>
              <a:gd name="connsiteX2" fmla="*/ 2402074 w 3635606"/>
              <a:gd name="connsiteY2" fmla="*/ 20282 h 3643991"/>
              <a:gd name="connsiteX3" fmla="*/ 3002149 w 3635606"/>
              <a:gd name="connsiteY3" fmla="*/ 725132 h 3643991"/>
              <a:gd name="connsiteX4" fmla="*/ 3325999 w 3635606"/>
              <a:gd name="connsiteY4" fmla="*/ 2153882 h 3643991"/>
              <a:gd name="connsiteX5" fmla="*/ 3602224 w 3635606"/>
              <a:gd name="connsiteY5" fmla="*/ 3163532 h 3643991"/>
              <a:gd name="connsiteX6" fmla="*/ 2516374 w 3635606"/>
              <a:gd name="connsiteY6" fmla="*/ 3639782 h 3643991"/>
              <a:gd name="connsiteX7" fmla="*/ 1678174 w 3635606"/>
              <a:gd name="connsiteY7" fmla="*/ 2915882 h 3643991"/>
              <a:gd name="connsiteX8" fmla="*/ 430399 w 3635606"/>
              <a:gd name="connsiteY8" fmla="*/ 2315807 h 3643991"/>
              <a:gd name="connsiteX9" fmla="*/ 49399 w 3635606"/>
              <a:gd name="connsiteY9" fmla="*/ 1439507 h 3643991"/>
              <a:gd name="connsiteX10" fmla="*/ 1487674 w 3635606"/>
              <a:gd name="connsiteY10" fmla="*/ 1058507 h 3643991"/>
              <a:gd name="connsiteX0" fmla="*/ 1453304 w 3601236"/>
              <a:gd name="connsiteY0" fmla="*/ 1058507 h 3643991"/>
              <a:gd name="connsiteX1" fmla="*/ 1577129 w 3601236"/>
              <a:gd name="connsiteY1" fmla="*/ 267932 h 3643991"/>
              <a:gd name="connsiteX2" fmla="*/ 2367704 w 3601236"/>
              <a:gd name="connsiteY2" fmla="*/ 20282 h 3643991"/>
              <a:gd name="connsiteX3" fmla="*/ 2967779 w 3601236"/>
              <a:gd name="connsiteY3" fmla="*/ 725132 h 3643991"/>
              <a:gd name="connsiteX4" fmla="*/ 3291629 w 3601236"/>
              <a:gd name="connsiteY4" fmla="*/ 2153882 h 3643991"/>
              <a:gd name="connsiteX5" fmla="*/ 3567854 w 3601236"/>
              <a:gd name="connsiteY5" fmla="*/ 3163532 h 3643991"/>
              <a:gd name="connsiteX6" fmla="*/ 2482004 w 3601236"/>
              <a:gd name="connsiteY6" fmla="*/ 3639782 h 3643991"/>
              <a:gd name="connsiteX7" fmla="*/ 1643804 w 3601236"/>
              <a:gd name="connsiteY7" fmla="*/ 2915882 h 3643991"/>
              <a:gd name="connsiteX8" fmla="*/ 738929 w 3601236"/>
              <a:gd name="connsiteY8" fmla="*/ 2534882 h 3643991"/>
              <a:gd name="connsiteX9" fmla="*/ 15029 w 3601236"/>
              <a:gd name="connsiteY9" fmla="*/ 1439507 h 3643991"/>
              <a:gd name="connsiteX10" fmla="*/ 1453304 w 3601236"/>
              <a:gd name="connsiteY10" fmla="*/ 1058507 h 3643991"/>
              <a:gd name="connsiteX0" fmla="*/ 1240809 w 3388741"/>
              <a:gd name="connsiteY0" fmla="*/ 1058507 h 3643991"/>
              <a:gd name="connsiteX1" fmla="*/ 1364634 w 3388741"/>
              <a:gd name="connsiteY1" fmla="*/ 267932 h 3643991"/>
              <a:gd name="connsiteX2" fmla="*/ 2155209 w 3388741"/>
              <a:gd name="connsiteY2" fmla="*/ 20282 h 3643991"/>
              <a:gd name="connsiteX3" fmla="*/ 2755284 w 3388741"/>
              <a:gd name="connsiteY3" fmla="*/ 725132 h 3643991"/>
              <a:gd name="connsiteX4" fmla="*/ 3079134 w 3388741"/>
              <a:gd name="connsiteY4" fmla="*/ 2153882 h 3643991"/>
              <a:gd name="connsiteX5" fmla="*/ 3355359 w 3388741"/>
              <a:gd name="connsiteY5" fmla="*/ 3163532 h 3643991"/>
              <a:gd name="connsiteX6" fmla="*/ 2269509 w 3388741"/>
              <a:gd name="connsiteY6" fmla="*/ 3639782 h 3643991"/>
              <a:gd name="connsiteX7" fmla="*/ 1431309 w 3388741"/>
              <a:gd name="connsiteY7" fmla="*/ 2915882 h 3643991"/>
              <a:gd name="connsiteX8" fmla="*/ 526434 w 3388741"/>
              <a:gd name="connsiteY8" fmla="*/ 2534882 h 3643991"/>
              <a:gd name="connsiteX9" fmla="*/ 21609 w 3388741"/>
              <a:gd name="connsiteY9" fmla="*/ 1487132 h 3643991"/>
              <a:gd name="connsiteX10" fmla="*/ 1240809 w 3388741"/>
              <a:gd name="connsiteY10" fmla="*/ 1058507 h 3643991"/>
              <a:gd name="connsiteX0" fmla="*/ 1220853 w 3387835"/>
              <a:gd name="connsiteY0" fmla="*/ 990954 h 3643113"/>
              <a:gd name="connsiteX1" fmla="*/ 1363728 w 3387835"/>
              <a:gd name="connsiteY1" fmla="*/ 267054 h 3643113"/>
              <a:gd name="connsiteX2" fmla="*/ 2154303 w 3387835"/>
              <a:gd name="connsiteY2" fmla="*/ 19404 h 3643113"/>
              <a:gd name="connsiteX3" fmla="*/ 2754378 w 3387835"/>
              <a:gd name="connsiteY3" fmla="*/ 724254 h 3643113"/>
              <a:gd name="connsiteX4" fmla="*/ 3078228 w 3387835"/>
              <a:gd name="connsiteY4" fmla="*/ 2153004 h 3643113"/>
              <a:gd name="connsiteX5" fmla="*/ 3354453 w 3387835"/>
              <a:gd name="connsiteY5" fmla="*/ 3162654 h 3643113"/>
              <a:gd name="connsiteX6" fmla="*/ 2268603 w 3387835"/>
              <a:gd name="connsiteY6" fmla="*/ 3638904 h 3643113"/>
              <a:gd name="connsiteX7" fmla="*/ 1430403 w 3387835"/>
              <a:gd name="connsiteY7" fmla="*/ 2915004 h 3643113"/>
              <a:gd name="connsiteX8" fmla="*/ 525528 w 3387835"/>
              <a:gd name="connsiteY8" fmla="*/ 2534004 h 3643113"/>
              <a:gd name="connsiteX9" fmla="*/ 20703 w 3387835"/>
              <a:gd name="connsiteY9" fmla="*/ 1486254 h 3643113"/>
              <a:gd name="connsiteX10" fmla="*/ 1220853 w 3387835"/>
              <a:gd name="connsiteY10" fmla="*/ 990954 h 3643113"/>
              <a:gd name="connsiteX0" fmla="*/ 1220853 w 3387835"/>
              <a:gd name="connsiteY0" fmla="*/ 998898 h 3651057"/>
              <a:gd name="connsiteX1" fmla="*/ 1373253 w 3387835"/>
              <a:gd name="connsiteY1" fmla="*/ 227373 h 3651057"/>
              <a:gd name="connsiteX2" fmla="*/ 2154303 w 3387835"/>
              <a:gd name="connsiteY2" fmla="*/ 27348 h 3651057"/>
              <a:gd name="connsiteX3" fmla="*/ 2754378 w 3387835"/>
              <a:gd name="connsiteY3" fmla="*/ 732198 h 3651057"/>
              <a:gd name="connsiteX4" fmla="*/ 3078228 w 3387835"/>
              <a:gd name="connsiteY4" fmla="*/ 2160948 h 3651057"/>
              <a:gd name="connsiteX5" fmla="*/ 3354453 w 3387835"/>
              <a:gd name="connsiteY5" fmla="*/ 3170598 h 3651057"/>
              <a:gd name="connsiteX6" fmla="*/ 2268603 w 3387835"/>
              <a:gd name="connsiteY6" fmla="*/ 3646848 h 3651057"/>
              <a:gd name="connsiteX7" fmla="*/ 1430403 w 3387835"/>
              <a:gd name="connsiteY7" fmla="*/ 2922948 h 3651057"/>
              <a:gd name="connsiteX8" fmla="*/ 525528 w 3387835"/>
              <a:gd name="connsiteY8" fmla="*/ 2541948 h 3651057"/>
              <a:gd name="connsiteX9" fmla="*/ 20703 w 3387835"/>
              <a:gd name="connsiteY9" fmla="*/ 1494198 h 3651057"/>
              <a:gd name="connsiteX10" fmla="*/ 1220853 w 3387835"/>
              <a:gd name="connsiteY10" fmla="*/ 998898 h 3651057"/>
              <a:gd name="connsiteX0" fmla="*/ 1193534 w 3360516"/>
              <a:gd name="connsiteY0" fmla="*/ 998898 h 3651057"/>
              <a:gd name="connsiteX1" fmla="*/ 1345934 w 3360516"/>
              <a:gd name="connsiteY1" fmla="*/ 227373 h 3651057"/>
              <a:gd name="connsiteX2" fmla="*/ 2126984 w 3360516"/>
              <a:gd name="connsiteY2" fmla="*/ 27348 h 3651057"/>
              <a:gd name="connsiteX3" fmla="*/ 2727059 w 3360516"/>
              <a:gd name="connsiteY3" fmla="*/ 732198 h 3651057"/>
              <a:gd name="connsiteX4" fmla="*/ 3050909 w 3360516"/>
              <a:gd name="connsiteY4" fmla="*/ 2160948 h 3651057"/>
              <a:gd name="connsiteX5" fmla="*/ 3327134 w 3360516"/>
              <a:gd name="connsiteY5" fmla="*/ 3170598 h 3651057"/>
              <a:gd name="connsiteX6" fmla="*/ 2241284 w 3360516"/>
              <a:gd name="connsiteY6" fmla="*/ 3646848 h 3651057"/>
              <a:gd name="connsiteX7" fmla="*/ 1403084 w 3360516"/>
              <a:gd name="connsiteY7" fmla="*/ 2922948 h 3651057"/>
              <a:gd name="connsiteX8" fmla="*/ 498209 w 3360516"/>
              <a:gd name="connsiteY8" fmla="*/ 2541948 h 3651057"/>
              <a:gd name="connsiteX9" fmla="*/ 21959 w 3360516"/>
              <a:gd name="connsiteY9" fmla="*/ 1532298 h 3651057"/>
              <a:gd name="connsiteX10" fmla="*/ 1193534 w 3360516"/>
              <a:gd name="connsiteY10" fmla="*/ 998898 h 3651057"/>
              <a:gd name="connsiteX0" fmla="*/ 1225225 w 3392207"/>
              <a:gd name="connsiteY0" fmla="*/ 998898 h 3651057"/>
              <a:gd name="connsiteX1" fmla="*/ 1377625 w 3392207"/>
              <a:gd name="connsiteY1" fmla="*/ 227373 h 3651057"/>
              <a:gd name="connsiteX2" fmla="*/ 2158675 w 3392207"/>
              <a:gd name="connsiteY2" fmla="*/ 27348 h 3651057"/>
              <a:gd name="connsiteX3" fmla="*/ 2758750 w 3392207"/>
              <a:gd name="connsiteY3" fmla="*/ 732198 h 3651057"/>
              <a:gd name="connsiteX4" fmla="*/ 3082600 w 3392207"/>
              <a:gd name="connsiteY4" fmla="*/ 2160948 h 3651057"/>
              <a:gd name="connsiteX5" fmla="*/ 3358825 w 3392207"/>
              <a:gd name="connsiteY5" fmla="*/ 3170598 h 3651057"/>
              <a:gd name="connsiteX6" fmla="*/ 2272975 w 3392207"/>
              <a:gd name="connsiteY6" fmla="*/ 3646848 h 3651057"/>
              <a:gd name="connsiteX7" fmla="*/ 1434775 w 3392207"/>
              <a:gd name="connsiteY7" fmla="*/ 2922948 h 3651057"/>
              <a:gd name="connsiteX8" fmla="*/ 529900 w 3392207"/>
              <a:gd name="connsiteY8" fmla="*/ 2541948 h 3651057"/>
              <a:gd name="connsiteX9" fmla="*/ 53650 w 3392207"/>
              <a:gd name="connsiteY9" fmla="*/ 1532298 h 3651057"/>
              <a:gd name="connsiteX10" fmla="*/ 1225225 w 3392207"/>
              <a:gd name="connsiteY10" fmla="*/ 998898 h 3651057"/>
              <a:gd name="connsiteX0" fmla="*/ 1225225 w 3392207"/>
              <a:gd name="connsiteY0" fmla="*/ 998898 h 3651057"/>
              <a:gd name="connsiteX1" fmla="*/ 1377625 w 3392207"/>
              <a:gd name="connsiteY1" fmla="*/ 227373 h 3651057"/>
              <a:gd name="connsiteX2" fmla="*/ 2158675 w 3392207"/>
              <a:gd name="connsiteY2" fmla="*/ 27348 h 3651057"/>
              <a:gd name="connsiteX3" fmla="*/ 2758750 w 3392207"/>
              <a:gd name="connsiteY3" fmla="*/ 732198 h 3651057"/>
              <a:gd name="connsiteX4" fmla="*/ 3082600 w 3392207"/>
              <a:gd name="connsiteY4" fmla="*/ 2160948 h 3651057"/>
              <a:gd name="connsiteX5" fmla="*/ 3358825 w 3392207"/>
              <a:gd name="connsiteY5" fmla="*/ 3170598 h 3651057"/>
              <a:gd name="connsiteX6" fmla="*/ 2272975 w 3392207"/>
              <a:gd name="connsiteY6" fmla="*/ 3646848 h 3651057"/>
              <a:gd name="connsiteX7" fmla="*/ 1434775 w 3392207"/>
              <a:gd name="connsiteY7" fmla="*/ 2922948 h 3651057"/>
              <a:gd name="connsiteX8" fmla="*/ 529900 w 3392207"/>
              <a:gd name="connsiteY8" fmla="*/ 2541948 h 3651057"/>
              <a:gd name="connsiteX9" fmla="*/ 53650 w 3392207"/>
              <a:gd name="connsiteY9" fmla="*/ 1532298 h 3651057"/>
              <a:gd name="connsiteX10" fmla="*/ 1225225 w 3392207"/>
              <a:gd name="connsiteY10" fmla="*/ 998898 h 3651057"/>
              <a:gd name="connsiteX0" fmla="*/ 1225225 w 3392207"/>
              <a:gd name="connsiteY0" fmla="*/ 998898 h 3650503"/>
              <a:gd name="connsiteX1" fmla="*/ 1377625 w 3392207"/>
              <a:gd name="connsiteY1" fmla="*/ 227373 h 3650503"/>
              <a:gd name="connsiteX2" fmla="*/ 2158675 w 3392207"/>
              <a:gd name="connsiteY2" fmla="*/ 27348 h 3650503"/>
              <a:gd name="connsiteX3" fmla="*/ 2758750 w 3392207"/>
              <a:gd name="connsiteY3" fmla="*/ 732198 h 3650503"/>
              <a:gd name="connsiteX4" fmla="*/ 3082600 w 3392207"/>
              <a:gd name="connsiteY4" fmla="*/ 2160948 h 3650503"/>
              <a:gd name="connsiteX5" fmla="*/ 3358825 w 3392207"/>
              <a:gd name="connsiteY5" fmla="*/ 3170598 h 3650503"/>
              <a:gd name="connsiteX6" fmla="*/ 2272975 w 3392207"/>
              <a:gd name="connsiteY6" fmla="*/ 3646848 h 3650503"/>
              <a:gd name="connsiteX7" fmla="*/ 1368100 w 3392207"/>
              <a:gd name="connsiteY7" fmla="*/ 2941998 h 3650503"/>
              <a:gd name="connsiteX8" fmla="*/ 529900 w 3392207"/>
              <a:gd name="connsiteY8" fmla="*/ 2541948 h 3650503"/>
              <a:gd name="connsiteX9" fmla="*/ 53650 w 3392207"/>
              <a:gd name="connsiteY9" fmla="*/ 1532298 h 3650503"/>
              <a:gd name="connsiteX10" fmla="*/ 1225225 w 3392207"/>
              <a:gd name="connsiteY10" fmla="*/ 998898 h 3650503"/>
              <a:gd name="connsiteX0" fmla="*/ 1187895 w 3354877"/>
              <a:gd name="connsiteY0" fmla="*/ 998898 h 3650503"/>
              <a:gd name="connsiteX1" fmla="*/ 1340295 w 3354877"/>
              <a:gd name="connsiteY1" fmla="*/ 227373 h 3650503"/>
              <a:gd name="connsiteX2" fmla="*/ 2121345 w 3354877"/>
              <a:gd name="connsiteY2" fmla="*/ 27348 h 3650503"/>
              <a:gd name="connsiteX3" fmla="*/ 2721420 w 3354877"/>
              <a:gd name="connsiteY3" fmla="*/ 732198 h 3650503"/>
              <a:gd name="connsiteX4" fmla="*/ 3045270 w 3354877"/>
              <a:gd name="connsiteY4" fmla="*/ 2160948 h 3650503"/>
              <a:gd name="connsiteX5" fmla="*/ 3321495 w 3354877"/>
              <a:gd name="connsiteY5" fmla="*/ 3170598 h 3650503"/>
              <a:gd name="connsiteX6" fmla="*/ 2235645 w 3354877"/>
              <a:gd name="connsiteY6" fmla="*/ 3646848 h 3650503"/>
              <a:gd name="connsiteX7" fmla="*/ 1330770 w 3354877"/>
              <a:gd name="connsiteY7" fmla="*/ 2941998 h 3650503"/>
              <a:gd name="connsiteX8" fmla="*/ 559245 w 3354877"/>
              <a:gd name="connsiteY8" fmla="*/ 2408598 h 3650503"/>
              <a:gd name="connsiteX9" fmla="*/ 16320 w 3354877"/>
              <a:gd name="connsiteY9" fmla="*/ 1532298 h 3650503"/>
              <a:gd name="connsiteX10" fmla="*/ 1187895 w 3354877"/>
              <a:gd name="connsiteY10" fmla="*/ 998898 h 3650503"/>
              <a:gd name="connsiteX0" fmla="*/ 1184660 w 3351642"/>
              <a:gd name="connsiteY0" fmla="*/ 998898 h 3650503"/>
              <a:gd name="connsiteX1" fmla="*/ 1337060 w 3351642"/>
              <a:gd name="connsiteY1" fmla="*/ 227373 h 3650503"/>
              <a:gd name="connsiteX2" fmla="*/ 2118110 w 3351642"/>
              <a:gd name="connsiteY2" fmla="*/ 27348 h 3650503"/>
              <a:gd name="connsiteX3" fmla="*/ 2718185 w 3351642"/>
              <a:gd name="connsiteY3" fmla="*/ 732198 h 3650503"/>
              <a:gd name="connsiteX4" fmla="*/ 3042035 w 3351642"/>
              <a:gd name="connsiteY4" fmla="*/ 2160948 h 3650503"/>
              <a:gd name="connsiteX5" fmla="*/ 3318260 w 3351642"/>
              <a:gd name="connsiteY5" fmla="*/ 3170598 h 3650503"/>
              <a:gd name="connsiteX6" fmla="*/ 2232410 w 3351642"/>
              <a:gd name="connsiteY6" fmla="*/ 3646848 h 3650503"/>
              <a:gd name="connsiteX7" fmla="*/ 1327535 w 3351642"/>
              <a:gd name="connsiteY7" fmla="*/ 2941998 h 3650503"/>
              <a:gd name="connsiteX8" fmla="*/ 603635 w 3351642"/>
              <a:gd name="connsiteY8" fmla="*/ 2589573 h 3650503"/>
              <a:gd name="connsiteX9" fmla="*/ 13085 w 3351642"/>
              <a:gd name="connsiteY9" fmla="*/ 1532298 h 3650503"/>
              <a:gd name="connsiteX10" fmla="*/ 1184660 w 3351642"/>
              <a:gd name="connsiteY10" fmla="*/ 998898 h 3650503"/>
              <a:gd name="connsiteX0" fmla="*/ 830300 w 2997282"/>
              <a:gd name="connsiteY0" fmla="*/ 998898 h 3650503"/>
              <a:gd name="connsiteX1" fmla="*/ 982700 w 2997282"/>
              <a:gd name="connsiteY1" fmla="*/ 227373 h 3650503"/>
              <a:gd name="connsiteX2" fmla="*/ 1763750 w 2997282"/>
              <a:gd name="connsiteY2" fmla="*/ 27348 h 3650503"/>
              <a:gd name="connsiteX3" fmla="*/ 2363825 w 2997282"/>
              <a:gd name="connsiteY3" fmla="*/ 732198 h 3650503"/>
              <a:gd name="connsiteX4" fmla="*/ 2687675 w 2997282"/>
              <a:gd name="connsiteY4" fmla="*/ 2160948 h 3650503"/>
              <a:gd name="connsiteX5" fmla="*/ 2963900 w 2997282"/>
              <a:gd name="connsiteY5" fmla="*/ 3170598 h 3650503"/>
              <a:gd name="connsiteX6" fmla="*/ 1878050 w 2997282"/>
              <a:gd name="connsiteY6" fmla="*/ 3646848 h 3650503"/>
              <a:gd name="connsiteX7" fmla="*/ 973175 w 2997282"/>
              <a:gd name="connsiteY7" fmla="*/ 2941998 h 3650503"/>
              <a:gd name="connsiteX8" fmla="*/ 249275 w 2997282"/>
              <a:gd name="connsiteY8" fmla="*/ 2589573 h 3650503"/>
              <a:gd name="connsiteX9" fmla="*/ 39725 w 2997282"/>
              <a:gd name="connsiteY9" fmla="*/ 1713273 h 3650503"/>
              <a:gd name="connsiteX10" fmla="*/ 830300 w 2997282"/>
              <a:gd name="connsiteY10" fmla="*/ 998898 h 365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97282" h="3650503">
                <a:moveTo>
                  <a:pt x="830300" y="998898"/>
                </a:moveTo>
                <a:cubicBezTo>
                  <a:pt x="987462" y="751248"/>
                  <a:pt x="827125" y="389298"/>
                  <a:pt x="982700" y="227373"/>
                </a:cubicBezTo>
                <a:cubicBezTo>
                  <a:pt x="1138275" y="65448"/>
                  <a:pt x="1533563" y="-56789"/>
                  <a:pt x="1763750" y="27348"/>
                </a:cubicBezTo>
                <a:cubicBezTo>
                  <a:pt x="1993937" y="111485"/>
                  <a:pt x="2209837" y="376598"/>
                  <a:pt x="2363825" y="732198"/>
                </a:cubicBezTo>
                <a:cubicBezTo>
                  <a:pt x="2517813" y="1087798"/>
                  <a:pt x="2587663" y="1754548"/>
                  <a:pt x="2687675" y="2160948"/>
                </a:cubicBezTo>
                <a:cubicBezTo>
                  <a:pt x="2787687" y="2567348"/>
                  <a:pt x="3098837" y="2922948"/>
                  <a:pt x="2963900" y="3170598"/>
                </a:cubicBezTo>
                <a:cubicBezTo>
                  <a:pt x="2828963" y="3418248"/>
                  <a:pt x="2209837" y="3684948"/>
                  <a:pt x="1878050" y="3646848"/>
                </a:cubicBezTo>
                <a:cubicBezTo>
                  <a:pt x="1546263" y="3608748"/>
                  <a:pt x="1244638" y="3118211"/>
                  <a:pt x="973175" y="2941998"/>
                </a:cubicBezTo>
                <a:cubicBezTo>
                  <a:pt x="701713" y="2765786"/>
                  <a:pt x="471525" y="2789598"/>
                  <a:pt x="249275" y="2589573"/>
                </a:cubicBezTo>
                <a:cubicBezTo>
                  <a:pt x="27025" y="2389548"/>
                  <a:pt x="-57112" y="1978385"/>
                  <a:pt x="39725" y="1713273"/>
                </a:cubicBezTo>
                <a:cubicBezTo>
                  <a:pt x="136562" y="1448161"/>
                  <a:pt x="673138" y="1246548"/>
                  <a:pt x="830300" y="998898"/>
                </a:cubicBezTo>
                <a:close/>
              </a:path>
            </a:pathLst>
          </a:custGeom>
          <a:noFill/>
          <a:ln w="28575">
            <a:solidFill>
              <a:srgbClr val="2932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6"/>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rot="5400000">
            <a:off x="681319" y="-1179195"/>
            <a:ext cx="1061827" cy="3010334"/>
          </a:xfrm>
          <a:prstGeom prst="rect">
            <a:avLst/>
          </a:prstGeom>
        </p:spPr>
      </p:pic>
      <p:sp>
        <p:nvSpPr>
          <p:cNvPr id="18" name="Oval 1"/>
          <p:cNvSpPr/>
          <p:nvPr/>
        </p:nvSpPr>
        <p:spPr>
          <a:xfrm rot="1800000">
            <a:off x="10755433" y="5793390"/>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B3A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
          <p:cNvSpPr/>
          <p:nvPr/>
        </p:nvSpPr>
        <p:spPr>
          <a:xfrm rot="1800000">
            <a:off x="10833859" y="5801693"/>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
          <p:cNvSpPr/>
          <p:nvPr/>
        </p:nvSpPr>
        <p:spPr>
          <a:xfrm rot="16016294">
            <a:off x="8763306" y="5859876"/>
            <a:ext cx="1242317" cy="13285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BF8F0CD-3C92-72AC-BBC0-43E524369E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522" y="1710090"/>
            <a:ext cx="4585569" cy="4585568"/>
          </a:xfrm>
          <a:prstGeom prst="rect">
            <a:avLst/>
          </a:prstGeom>
        </p:spPr>
      </p:pic>
    </p:spTree>
    <p:extLst>
      <p:ext uri="{BB962C8B-B14F-4D97-AF65-F5344CB8AC3E}">
        <p14:creationId xmlns:p14="http://schemas.microsoft.com/office/powerpoint/2010/main" val="3225938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1000"/>
                                        <p:tgtEl>
                                          <p:spTgt spid="9"/>
                                        </p:tgtEl>
                                      </p:cBhvr>
                                    </p:animEffect>
                                    <p:anim calcmode="lin" valueType="num">
                                      <p:cBhvr>
                                        <p:cTn id="19" dur="1000" fill="hold"/>
                                        <p:tgtEl>
                                          <p:spTgt spid="9"/>
                                        </p:tgtEl>
                                        <p:attrNameLst>
                                          <p:attrName>ppt_x</p:attrName>
                                        </p:attrNameLst>
                                      </p:cBhvr>
                                      <p:tavLst>
                                        <p:tav tm="0">
                                          <p:val>
                                            <p:strVal val="#ppt_x"/>
                                          </p:val>
                                        </p:tav>
                                        <p:tav tm="100000">
                                          <p:val>
                                            <p:strVal val="#ppt_x"/>
                                          </p:val>
                                        </p:tav>
                                      </p:tavLst>
                                    </p:anim>
                                    <p:anim calcmode="lin" valueType="num">
                                      <p:cBhvr>
                                        <p:cTn id="2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320;p54"/>
          <p:cNvSpPr txBox="1">
            <a:spLocks/>
          </p:cNvSpPr>
          <p:nvPr/>
        </p:nvSpPr>
        <p:spPr>
          <a:xfrm>
            <a:off x="3062376" y="421457"/>
            <a:ext cx="4651818" cy="790600"/>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OBJECTIVE</a:t>
            </a:r>
          </a:p>
        </p:txBody>
      </p:sp>
      <p:pic>
        <p:nvPicPr>
          <p:cNvPr id="26" name="Picture 4"/>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671893" y="-273917"/>
            <a:ext cx="2706352" cy="2706352"/>
          </a:xfrm>
          <a:prstGeom prst="rect">
            <a:avLst/>
          </a:prstGeom>
        </p:spPr>
      </p:pic>
      <p:pic>
        <p:nvPicPr>
          <p:cNvPr id="27" name="Picture 6"/>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a:stretch>
            <a:fillRect/>
          </a:stretch>
        </p:blipFill>
        <p:spPr>
          <a:xfrm rot="13973757">
            <a:off x="10451263" y="4100328"/>
            <a:ext cx="1161395" cy="2890350"/>
          </a:xfrm>
          <a:prstGeom prst="rect">
            <a:avLst/>
          </a:prstGeom>
        </p:spPr>
      </p:pic>
      <p:sp>
        <p:nvSpPr>
          <p:cNvPr id="30" name="Oval 1"/>
          <p:cNvSpPr/>
          <p:nvPr/>
        </p:nvSpPr>
        <p:spPr>
          <a:xfrm rot="1800000">
            <a:off x="9505127" y="-211687"/>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B3A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1"/>
          <p:cNvSpPr/>
          <p:nvPr/>
        </p:nvSpPr>
        <p:spPr>
          <a:xfrm rot="1800000">
            <a:off x="10483703" y="1146507"/>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1"/>
          <p:cNvSpPr/>
          <p:nvPr/>
        </p:nvSpPr>
        <p:spPr>
          <a:xfrm rot="16016294">
            <a:off x="10415530" y="887010"/>
            <a:ext cx="1242317" cy="13285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1320;p54">
            <a:extLst>
              <a:ext uri="{FF2B5EF4-FFF2-40B4-BE49-F238E27FC236}">
                <a16:creationId xmlns:a16="http://schemas.microsoft.com/office/drawing/2014/main" id="{0B7B946E-93D1-77E9-1339-3CDF8B8A140B}"/>
              </a:ext>
            </a:extLst>
          </p:cNvPr>
          <p:cNvSpPr txBox="1">
            <a:spLocks/>
          </p:cNvSpPr>
          <p:nvPr/>
        </p:nvSpPr>
        <p:spPr>
          <a:xfrm>
            <a:off x="1731587" y="1811751"/>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01</a:t>
            </a:r>
          </a:p>
        </p:txBody>
      </p:sp>
      <p:sp>
        <p:nvSpPr>
          <p:cNvPr id="5" name="Google Shape;1321;p54">
            <a:extLst>
              <a:ext uri="{FF2B5EF4-FFF2-40B4-BE49-F238E27FC236}">
                <a16:creationId xmlns:a16="http://schemas.microsoft.com/office/drawing/2014/main" id="{DCB925A1-D6F5-2B0B-9440-614FAD54525B}"/>
              </a:ext>
            </a:extLst>
          </p:cNvPr>
          <p:cNvSpPr txBox="1">
            <a:spLocks/>
          </p:cNvSpPr>
          <p:nvPr/>
        </p:nvSpPr>
        <p:spPr>
          <a:xfrm>
            <a:off x="2824595" y="1748314"/>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To Maintain records in short time period.</a:t>
            </a:r>
          </a:p>
        </p:txBody>
      </p:sp>
      <p:sp>
        <p:nvSpPr>
          <p:cNvPr id="17" name="Google Shape;1320;p54">
            <a:extLst>
              <a:ext uri="{FF2B5EF4-FFF2-40B4-BE49-F238E27FC236}">
                <a16:creationId xmlns:a16="http://schemas.microsoft.com/office/drawing/2014/main" id="{E6A5D41C-44FC-7B91-4A16-3AA550A1D4E6}"/>
              </a:ext>
            </a:extLst>
          </p:cNvPr>
          <p:cNvSpPr txBox="1">
            <a:spLocks/>
          </p:cNvSpPr>
          <p:nvPr/>
        </p:nvSpPr>
        <p:spPr>
          <a:xfrm>
            <a:off x="1731587" y="2682876"/>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02</a:t>
            </a:r>
          </a:p>
        </p:txBody>
      </p:sp>
      <p:sp>
        <p:nvSpPr>
          <p:cNvPr id="24" name="Google Shape;1320;p54">
            <a:extLst>
              <a:ext uri="{FF2B5EF4-FFF2-40B4-BE49-F238E27FC236}">
                <a16:creationId xmlns:a16="http://schemas.microsoft.com/office/drawing/2014/main" id="{895C0009-C48A-2225-CF39-7B561C80170E}"/>
              </a:ext>
            </a:extLst>
          </p:cNvPr>
          <p:cNvSpPr txBox="1">
            <a:spLocks/>
          </p:cNvSpPr>
          <p:nvPr/>
        </p:nvSpPr>
        <p:spPr>
          <a:xfrm>
            <a:off x="1731587" y="3727463"/>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03</a:t>
            </a:r>
          </a:p>
        </p:txBody>
      </p:sp>
      <p:sp>
        <p:nvSpPr>
          <p:cNvPr id="28" name="Google Shape;1320;p54">
            <a:extLst>
              <a:ext uri="{FF2B5EF4-FFF2-40B4-BE49-F238E27FC236}">
                <a16:creationId xmlns:a16="http://schemas.microsoft.com/office/drawing/2014/main" id="{E5161172-AC7B-6002-2F0C-679A4C1D0056}"/>
              </a:ext>
            </a:extLst>
          </p:cNvPr>
          <p:cNvSpPr txBox="1">
            <a:spLocks/>
          </p:cNvSpPr>
          <p:nvPr/>
        </p:nvSpPr>
        <p:spPr>
          <a:xfrm>
            <a:off x="1731587" y="4779950"/>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04</a:t>
            </a:r>
          </a:p>
        </p:txBody>
      </p:sp>
      <p:sp>
        <p:nvSpPr>
          <p:cNvPr id="33" name="Google Shape;1320;p54">
            <a:extLst>
              <a:ext uri="{FF2B5EF4-FFF2-40B4-BE49-F238E27FC236}">
                <a16:creationId xmlns:a16="http://schemas.microsoft.com/office/drawing/2014/main" id="{0CF57CAE-736E-0EB8-AE04-6E5F86BEBDE1}"/>
              </a:ext>
            </a:extLst>
          </p:cNvPr>
          <p:cNvSpPr txBox="1">
            <a:spLocks/>
          </p:cNvSpPr>
          <p:nvPr/>
        </p:nvSpPr>
        <p:spPr>
          <a:xfrm>
            <a:off x="1731587" y="5981755"/>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05</a:t>
            </a:r>
          </a:p>
        </p:txBody>
      </p:sp>
      <p:sp>
        <p:nvSpPr>
          <p:cNvPr id="35" name="Google Shape;1321;p54">
            <a:extLst>
              <a:ext uri="{FF2B5EF4-FFF2-40B4-BE49-F238E27FC236}">
                <a16:creationId xmlns:a16="http://schemas.microsoft.com/office/drawing/2014/main" id="{291709D2-971C-530F-AB7E-7AF68D0E4186}"/>
              </a:ext>
            </a:extLst>
          </p:cNvPr>
          <p:cNvSpPr txBox="1">
            <a:spLocks/>
          </p:cNvSpPr>
          <p:nvPr/>
        </p:nvSpPr>
        <p:spPr>
          <a:xfrm>
            <a:off x="2824593" y="2605495"/>
            <a:ext cx="7323610"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To Easy operation for operator of the system</a:t>
            </a:r>
            <a:r>
              <a:rPr lang="en-US" sz="2200" dirty="0">
                <a:solidFill>
                  <a:schemeClr val="bg2">
                    <a:lumMod val="10000"/>
                  </a:schemeClr>
                </a:solidFill>
                <a:latin typeface="Roboto" panose="02000000000000000000" pitchFamily="2" charset="0"/>
                <a:ea typeface="Roboto" panose="02000000000000000000" pitchFamily="2" charset="0"/>
              </a:rPr>
              <a:t>.</a:t>
            </a:r>
          </a:p>
        </p:txBody>
      </p:sp>
      <p:sp>
        <p:nvSpPr>
          <p:cNvPr id="37" name="Google Shape;1321;p54">
            <a:extLst>
              <a:ext uri="{FF2B5EF4-FFF2-40B4-BE49-F238E27FC236}">
                <a16:creationId xmlns:a16="http://schemas.microsoft.com/office/drawing/2014/main" id="{FA43AF83-C016-16DC-9207-45DE28534FF9}"/>
              </a:ext>
            </a:extLst>
          </p:cNvPr>
          <p:cNvSpPr txBox="1">
            <a:spLocks/>
          </p:cNvSpPr>
          <p:nvPr/>
        </p:nvSpPr>
        <p:spPr>
          <a:xfrm>
            <a:off x="2824593" y="3650610"/>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To Reduce time consumption.</a:t>
            </a:r>
          </a:p>
        </p:txBody>
      </p:sp>
      <p:sp>
        <p:nvSpPr>
          <p:cNvPr id="39" name="Google Shape;1321;p54">
            <a:extLst>
              <a:ext uri="{FF2B5EF4-FFF2-40B4-BE49-F238E27FC236}">
                <a16:creationId xmlns:a16="http://schemas.microsoft.com/office/drawing/2014/main" id="{F60E7BC4-5583-A42B-3D7E-58732D3A7C69}"/>
              </a:ext>
            </a:extLst>
          </p:cNvPr>
          <p:cNvSpPr txBox="1">
            <a:spLocks/>
          </p:cNvSpPr>
          <p:nvPr/>
        </p:nvSpPr>
        <p:spPr>
          <a:xfrm>
            <a:off x="2824595" y="4755300"/>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endParaRPr lang="en-US" sz="2200" dirty="0">
              <a:solidFill>
                <a:schemeClr val="bg2">
                  <a:lumMod val="10000"/>
                </a:schemeClr>
              </a:solidFill>
              <a:latin typeface="Roboto" panose="02000000000000000000" pitchFamily="2" charset="0"/>
              <a:ea typeface="Roboto" panose="02000000000000000000" pitchFamily="2" charset="0"/>
            </a:endParaRPr>
          </a:p>
        </p:txBody>
      </p:sp>
      <p:sp>
        <p:nvSpPr>
          <p:cNvPr id="41" name="Google Shape;1321;p54">
            <a:extLst>
              <a:ext uri="{FF2B5EF4-FFF2-40B4-BE49-F238E27FC236}">
                <a16:creationId xmlns:a16="http://schemas.microsoft.com/office/drawing/2014/main" id="{C2662205-F428-BA47-7E29-CC56EBA07288}"/>
              </a:ext>
            </a:extLst>
          </p:cNvPr>
          <p:cNvSpPr txBox="1">
            <a:spLocks/>
          </p:cNvSpPr>
          <p:nvPr/>
        </p:nvSpPr>
        <p:spPr>
          <a:xfrm>
            <a:off x="2824593" y="5896396"/>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No paper work requirement.</a:t>
            </a:r>
          </a:p>
        </p:txBody>
      </p:sp>
      <p:sp>
        <p:nvSpPr>
          <p:cNvPr id="43" name="Google Shape;1321;p54">
            <a:extLst>
              <a:ext uri="{FF2B5EF4-FFF2-40B4-BE49-F238E27FC236}">
                <a16:creationId xmlns:a16="http://schemas.microsoft.com/office/drawing/2014/main" id="{5AC2DB15-D4A7-8D95-4ACE-33F4DBB446C8}"/>
              </a:ext>
            </a:extLst>
          </p:cNvPr>
          <p:cNvSpPr txBox="1">
            <a:spLocks/>
          </p:cNvSpPr>
          <p:nvPr/>
        </p:nvSpPr>
        <p:spPr>
          <a:xfrm>
            <a:off x="2824593" y="4688823"/>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endParaRPr lang="en-US" sz="2200" dirty="0">
              <a:solidFill>
                <a:schemeClr val="bg2">
                  <a:lumMod val="10000"/>
                </a:schemeClr>
              </a:solidFill>
              <a:latin typeface="Roboto" panose="02000000000000000000" pitchFamily="2" charset="0"/>
              <a:ea typeface="Roboto" panose="02000000000000000000" pitchFamily="2" charset="0"/>
            </a:endParaRPr>
          </a:p>
        </p:txBody>
      </p:sp>
      <p:sp>
        <p:nvSpPr>
          <p:cNvPr id="45" name="Google Shape;1321;p54">
            <a:extLst>
              <a:ext uri="{FF2B5EF4-FFF2-40B4-BE49-F238E27FC236}">
                <a16:creationId xmlns:a16="http://schemas.microsoft.com/office/drawing/2014/main" id="{FE0CE5BC-314F-C804-9C27-726330BDDCF0}"/>
              </a:ext>
            </a:extLst>
          </p:cNvPr>
          <p:cNvSpPr txBox="1">
            <a:spLocks/>
          </p:cNvSpPr>
          <p:nvPr/>
        </p:nvSpPr>
        <p:spPr>
          <a:xfrm>
            <a:off x="2824592" y="4730651"/>
            <a:ext cx="7323610"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b="0" i="0" dirty="0">
                <a:solidFill>
                  <a:srgbClr val="000000"/>
                </a:solidFill>
                <a:effectLst/>
                <a:latin typeface="Roboto" panose="02000000000000000000" pitchFamily="2" charset="0"/>
                <a:ea typeface="Roboto" panose="02000000000000000000" pitchFamily="2" charset="0"/>
              </a:rPr>
              <a:t>To Determines the parking area is full or not.</a:t>
            </a:r>
            <a:endParaRPr lang="en-US" dirty="0">
              <a:solidFill>
                <a:schemeClr val="bg2">
                  <a:lumMod val="1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509207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p:tgtEl>
                                          <p:spTgt spid="5"/>
                                        </p:tgtEl>
                                        <p:attrNameLst>
                                          <p:attrName>ppt_x</p:attrName>
                                        </p:attrNameLst>
                                      </p:cBhvr>
                                      <p:tavLst>
                                        <p:tav tm="0">
                                          <p:val>
                                            <p:strVal val="#ppt_x"/>
                                          </p:val>
                                        </p:tav>
                                        <p:tav tm="100000">
                                          <p:val>
                                            <p:strVal val="#ppt_x"/>
                                          </p:val>
                                        </p:tav>
                                      </p:tavLst>
                                    </p:anim>
                                    <p:anim calcmode="lin" valueType="num">
                                      <p:cBhvr additive="base">
                                        <p:cTn id="1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ppt_x"/>
                                          </p:val>
                                        </p:tav>
                                        <p:tav tm="100000">
                                          <p:val>
                                            <p:strVal val="#ppt_x"/>
                                          </p:val>
                                        </p:tav>
                                      </p:tavLst>
                                    </p:anim>
                                    <p:anim calcmode="lin" valueType="num">
                                      <p:cBhvr additive="base">
                                        <p:cTn id="24" dur="500" fill="hold"/>
                                        <p:tgtEl>
                                          <p:spTgt spid="17"/>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5"/>
                                        </p:tgtEl>
                                        <p:attrNameLst>
                                          <p:attrName>style.visibility</p:attrName>
                                        </p:attrNameLst>
                                      </p:cBhvr>
                                      <p:to>
                                        <p:strVal val="visible"/>
                                      </p:to>
                                    </p:set>
                                    <p:anim calcmode="lin" valueType="num">
                                      <p:cBhvr additive="base">
                                        <p:cTn id="27" dur="500" fill="hold"/>
                                        <p:tgtEl>
                                          <p:spTgt spid="35"/>
                                        </p:tgtEl>
                                        <p:attrNameLst>
                                          <p:attrName>ppt_x</p:attrName>
                                        </p:attrNameLst>
                                      </p:cBhvr>
                                      <p:tavLst>
                                        <p:tav tm="0">
                                          <p:val>
                                            <p:strVal val="#ppt_x"/>
                                          </p:val>
                                        </p:tav>
                                        <p:tav tm="100000">
                                          <p:val>
                                            <p:strVal val="#ppt_x"/>
                                          </p:val>
                                        </p:tav>
                                      </p:tavLst>
                                    </p:anim>
                                    <p:anim calcmode="lin" valueType="num">
                                      <p:cBhvr additive="base">
                                        <p:cTn id="2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4"/>
                                        </p:tgtEl>
                                        <p:attrNameLst>
                                          <p:attrName>style.visibility</p:attrName>
                                        </p:attrNameLst>
                                      </p:cBhvr>
                                      <p:to>
                                        <p:strVal val="visible"/>
                                      </p:to>
                                    </p:set>
                                    <p:anim calcmode="lin" valueType="num">
                                      <p:cBhvr additive="base">
                                        <p:cTn id="33" dur="500" fill="hold"/>
                                        <p:tgtEl>
                                          <p:spTgt spid="24"/>
                                        </p:tgtEl>
                                        <p:attrNameLst>
                                          <p:attrName>ppt_x</p:attrName>
                                        </p:attrNameLst>
                                      </p:cBhvr>
                                      <p:tavLst>
                                        <p:tav tm="0">
                                          <p:val>
                                            <p:strVal val="#ppt_x"/>
                                          </p:val>
                                        </p:tav>
                                        <p:tav tm="100000">
                                          <p:val>
                                            <p:strVal val="#ppt_x"/>
                                          </p:val>
                                        </p:tav>
                                      </p:tavLst>
                                    </p:anim>
                                    <p:anim calcmode="lin" valueType="num">
                                      <p:cBhvr additive="base">
                                        <p:cTn id="34" dur="500" fill="hold"/>
                                        <p:tgtEl>
                                          <p:spTgt spid="24"/>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anim calcmode="lin" valueType="num">
                                      <p:cBhvr additive="base">
                                        <p:cTn id="37" dur="500" fill="hold"/>
                                        <p:tgtEl>
                                          <p:spTgt spid="37"/>
                                        </p:tgtEl>
                                        <p:attrNameLst>
                                          <p:attrName>ppt_x</p:attrName>
                                        </p:attrNameLst>
                                      </p:cBhvr>
                                      <p:tavLst>
                                        <p:tav tm="0">
                                          <p:val>
                                            <p:strVal val="#ppt_x"/>
                                          </p:val>
                                        </p:tav>
                                        <p:tav tm="100000">
                                          <p:val>
                                            <p:strVal val="#ppt_x"/>
                                          </p:val>
                                        </p:tav>
                                      </p:tavLst>
                                    </p:anim>
                                    <p:anim calcmode="lin" valueType="num">
                                      <p:cBhvr additive="base">
                                        <p:cTn id="3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8">
                                            <p:txEl>
                                              <p:pRg st="0" end="0"/>
                                            </p:txEl>
                                          </p:spTgt>
                                        </p:tgtEl>
                                        <p:attrNameLst>
                                          <p:attrName>style.visibility</p:attrName>
                                        </p:attrNameLst>
                                      </p:cBhvr>
                                      <p:to>
                                        <p:strVal val="visible"/>
                                      </p:to>
                                    </p:set>
                                    <p:anim calcmode="lin" valueType="num">
                                      <p:cBhvr additive="base">
                                        <p:cTn id="43"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8">
                                            <p:txEl>
                                              <p:pRg st="0" end="0"/>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5"/>
                                        </p:tgtEl>
                                        <p:attrNameLst>
                                          <p:attrName>style.visibility</p:attrName>
                                        </p:attrNameLst>
                                      </p:cBhvr>
                                      <p:to>
                                        <p:strVal val="visible"/>
                                      </p:to>
                                    </p:set>
                                    <p:anim calcmode="lin" valueType="num">
                                      <p:cBhvr additive="base">
                                        <p:cTn id="47" dur="500" fill="hold"/>
                                        <p:tgtEl>
                                          <p:spTgt spid="45"/>
                                        </p:tgtEl>
                                        <p:attrNameLst>
                                          <p:attrName>ppt_x</p:attrName>
                                        </p:attrNameLst>
                                      </p:cBhvr>
                                      <p:tavLst>
                                        <p:tav tm="0">
                                          <p:val>
                                            <p:strVal val="#ppt_x"/>
                                          </p:val>
                                        </p:tav>
                                        <p:tav tm="100000">
                                          <p:val>
                                            <p:strVal val="#ppt_x"/>
                                          </p:val>
                                        </p:tav>
                                      </p:tavLst>
                                    </p:anim>
                                    <p:anim calcmode="lin" valueType="num">
                                      <p:cBhvr additive="base">
                                        <p:cTn id="48"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3"/>
                                        </p:tgtEl>
                                        <p:attrNameLst>
                                          <p:attrName>style.visibility</p:attrName>
                                        </p:attrNameLst>
                                      </p:cBhvr>
                                      <p:to>
                                        <p:strVal val="visible"/>
                                      </p:to>
                                    </p:set>
                                    <p:anim calcmode="lin" valueType="num">
                                      <p:cBhvr additive="base">
                                        <p:cTn id="53" dur="500" fill="hold"/>
                                        <p:tgtEl>
                                          <p:spTgt spid="33"/>
                                        </p:tgtEl>
                                        <p:attrNameLst>
                                          <p:attrName>ppt_x</p:attrName>
                                        </p:attrNameLst>
                                      </p:cBhvr>
                                      <p:tavLst>
                                        <p:tav tm="0">
                                          <p:val>
                                            <p:strVal val="#ppt_x"/>
                                          </p:val>
                                        </p:tav>
                                        <p:tav tm="100000">
                                          <p:val>
                                            <p:strVal val="#ppt_x"/>
                                          </p:val>
                                        </p:tav>
                                      </p:tavLst>
                                    </p:anim>
                                    <p:anim calcmode="lin" valueType="num">
                                      <p:cBhvr additive="base">
                                        <p:cTn id="54" dur="500" fill="hold"/>
                                        <p:tgtEl>
                                          <p:spTgt spid="33"/>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anim calcmode="lin" valueType="num">
                                      <p:cBhvr additive="base">
                                        <p:cTn id="57" dur="500" fill="hold"/>
                                        <p:tgtEl>
                                          <p:spTgt spid="41"/>
                                        </p:tgtEl>
                                        <p:attrNameLst>
                                          <p:attrName>ppt_x</p:attrName>
                                        </p:attrNameLst>
                                      </p:cBhvr>
                                      <p:tavLst>
                                        <p:tav tm="0">
                                          <p:val>
                                            <p:strVal val="#ppt_x"/>
                                          </p:val>
                                        </p:tav>
                                        <p:tav tm="100000">
                                          <p:val>
                                            <p:strVal val="#ppt_x"/>
                                          </p:val>
                                        </p:tav>
                                      </p:tavLst>
                                    </p:anim>
                                    <p:anim calcmode="lin" valueType="num">
                                      <p:cBhvr additive="base">
                                        <p:cTn id="58"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5" grpId="0"/>
      <p:bldP spid="17" grpId="0"/>
      <p:bldP spid="24" grpId="0"/>
      <p:bldP spid="33" grpId="0"/>
      <p:bldP spid="35" grpId="0"/>
      <p:bldP spid="37" grpId="0"/>
      <p:bldP spid="41" grpId="0"/>
      <p:bldP spid="4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Oval 1"/>
          <p:cNvSpPr/>
          <p:nvPr/>
        </p:nvSpPr>
        <p:spPr>
          <a:xfrm rot="1800000">
            <a:off x="10368628" y="5223460"/>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B3A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1"/>
          <p:cNvSpPr/>
          <p:nvPr/>
        </p:nvSpPr>
        <p:spPr>
          <a:xfrm rot="19800000">
            <a:off x="-568487" y="978061"/>
            <a:ext cx="1512485" cy="15803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A4A3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p:cNvSpPr/>
          <p:nvPr/>
        </p:nvSpPr>
        <p:spPr>
          <a:xfrm rot="1800000">
            <a:off x="-135530" y="2636177"/>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9DA2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1"/>
          <p:cNvSpPr/>
          <p:nvPr/>
        </p:nvSpPr>
        <p:spPr>
          <a:xfrm rot="1800000">
            <a:off x="-647290" y="1893041"/>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1"/>
          <p:cNvSpPr/>
          <p:nvPr/>
        </p:nvSpPr>
        <p:spPr>
          <a:xfrm rot="16016294">
            <a:off x="-515378" y="2130075"/>
            <a:ext cx="1242317" cy="13285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1321;p54"/>
          <p:cNvSpPr txBox="1">
            <a:spLocks/>
          </p:cNvSpPr>
          <p:nvPr/>
        </p:nvSpPr>
        <p:spPr>
          <a:xfrm>
            <a:off x="3819533" y="277950"/>
            <a:ext cx="5432851"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4000" b="1" dirty="0">
                <a:solidFill>
                  <a:srgbClr val="293242"/>
                </a:solidFill>
                <a:latin typeface="Roboto" panose="02000000000000000000" pitchFamily="2" charset="0"/>
                <a:ea typeface="Roboto" panose="02000000000000000000" pitchFamily="2" charset="0"/>
              </a:rPr>
              <a:t>Project Features</a:t>
            </a:r>
          </a:p>
        </p:txBody>
      </p:sp>
      <p:sp>
        <p:nvSpPr>
          <p:cNvPr id="23" name="Oval 1"/>
          <p:cNvSpPr/>
          <p:nvPr/>
        </p:nvSpPr>
        <p:spPr>
          <a:xfrm rot="18000000">
            <a:off x="10764465" y="128237"/>
            <a:ext cx="1512485" cy="15803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A4A3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1"/>
          <p:cNvSpPr/>
          <p:nvPr/>
        </p:nvSpPr>
        <p:spPr>
          <a:xfrm rot="18000000">
            <a:off x="10222413" y="-45326"/>
            <a:ext cx="1512485" cy="15803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1"/>
          <p:cNvSpPr/>
          <p:nvPr/>
        </p:nvSpPr>
        <p:spPr>
          <a:xfrm rot="18000000">
            <a:off x="10304241" y="-15545"/>
            <a:ext cx="1292762" cy="1442827"/>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1"/>
          <p:cNvSpPr/>
          <p:nvPr/>
        </p:nvSpPr>
        <p:spPr>
          <a:xfrm rot="1800000">
            <a:off x="-607867" y="-493033"/>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1"/>
          <p:cNvSpPr/>
          <p:nvPr/>
        </p:nvSpPr>
        <p:spPr>
          <a:xfrm>
            <a:off x="11128910" y="1877906"/>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9DA2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1"/>
          <p:cNvSpPr/>
          <p:nvPr/>
        </p:nvSpPr>
        <p:spPr>
          <a:xfrm rot="18000000">
            <a:off x="11507129" y="1190999"/>
            <a:ext cx="1512485" cy="15803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6"/>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11126310" y="3977944"/>
            <a:ext cx="1061827" cy="3010334"/>
          </a:xfrm>
          <a:prstGeom prst="rect">
            <a:avLst/>
          </a:prstGeom>
        </p:spPr>
      </p:pic>
      <p:sp>
        <p:nvSpPr>
          <p:cNvPr id="3" name="Google Shape;1320;p54">
            <a:extLst>
              <a:ext uri="{FF2B5EF4-FFF2-40B4-BE49-F238E27FC236}">
                <a16:creationId xmlns:a16="http://schemas.microsoft.com/office/drawing/2014/main" id="{ACF45734-0EF2-1965-15E8-216EA609162B}"/>
              </a:ext>
            </a:extLst>
          </p:cNvPr>
          <p:cNvSpPr txBox="1">
            <a:spLocks/>
          </p:cNvSpPr>
          <p:nvPr/>
        </p:nvSpPr>
        <p:spPr>
          <a:xfrm>
            <a:off x="1624005" y="1838015"/>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01</a:t>
            </a:r>
          </a:p>
        </p:txBody>
      </p:sp>
      <p:sp>
        <p:nvSpPr>
          <p:cNvPr id="4" name="Google Shape;1320;p54">
            <a:extLst>
              <a:ext uri="{FF2B5EF4-FFF2-40B4-BE49-F238E27FC236}">
                <a16:creationId xmlns:a16="http://schemas.microsoft.com/office/drawing/2014/main" id="{86E0C1A3-2FDB-A2F7-98CD-C574584E2369}"/>
              </a:ext>
            </a:extLst>
          </p:cNvPr>
          <p:cNvSpPr txBox="1">
            <a:spLocks/>
          </p:cNvSpPr>
          <p:nvPr/>
        </p:nvSpPr>
        <p:spPr>
          <a:xfrm>
            <a:off x="1636448" y="2774057"/>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02</a:t>
            </a:r>
          </a:p>
        </p:txBody>
      </p:sp>
      <p:sp>
        <p:nvSpPr>
          <p:cNvPr id="5" name="Google Shape;1320;p54">
            <a:extLst>
              <a:ext uri="{FF2B5EF4-FFF2-40B4-BE49-F238E27FC236}">
                <a16:creationId xmlns:a16="http://schemas.microsoft.com/office/drawing/2014/main" id="{E42AF269-DF15-E29F-CD87-6E6396085B73}"/>
              </a:ext>
            </a:extLst>
          </p:cNvPr>
          <p:cNvSpPr txBox="1">
            <a:spLocks/>
          </p:cNvSpPr>
          <p:nvPr/>
        </p:nvSpPr>
        <p:spPr>
          <a:xfrm>
            <a:off x="1624005" y="3778618"/>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03</a:t>
            </a:r>
          </a:p>
        </p:txBody>
      </p:sp>
      <p:sp>
        <p:nvSpPr>
          <p:cNvPr id="12" name="Google Shape;1320;p54">
            <a:extLst>
              <a:ext uri="{FF2B5EF4-FFF2-40B4-BE49-F238E27FC236}">
                <a16:creationId xmlns:a16="http://schemas.microsoft.com/office/drawing/2014/main" id="{F615466A-56D4-11AD-4A36-5DFFF7F4E245}"/>
              </a:ext>
            </a:extLst>
          </p:cNvPr>
          <p:cNvSpPr txBox="1">
            <a:spLocks/>
          </p:cNvSpPr>
          <p:nvPr/>
        </p:nvSpPr>
        <p:spPr>
          <a:xfrm>
            <a:off x="1537637" y="4714660"/>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04</a:t>
            </a:r>
          </a:p>
        </p:txBody>
      </p:sp>
      <p:sp>
        <p:nvSpPr>
          <p:cNvPr id="15" name="Google Shape;1321;p54">
            <a:extLst>
              <a:ext uri="{FF2B5EF4-FFF2-40B4-BE49-F238E27FC236}">
                <a16:creationId xmlns:a16="http://schemas.microsoft.com/office/drawing/2014/main" id="{C17B1BDE-5A8D-ACE3-F1D1-2D0A8801D714}"/>
              </a:ext>
            </a:extLst>
          </p:cNvPr>
          <p:cNvSpPr txBox="1">
            <a:spLocks/>
          </p:cNvSpPr>
          <p:nvPr/>
        </p:nvSpPr>
        <p:spPr>
          <a:xfrm>
            <a:off x="2679728" y="2646199"/>
            <a:ext cx="4238587"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Check Vehicle</a:t>
            </a:r>
          </a:p>
        </p:txBody>
      </p:sp>
      <p:sp>
        <p:nvSpPr>
          <p:cNvPr id="16" name="Google Shape;1321;p54">
            <a:extLst>
              <a:ext uri="{FF2B5EF4-FFF2-40B4-BE49-F238E27FC236}">
                <a16:creationId xmlns:a16="http://schemas.microsoft.com/office/drawing/2014/main" id="{67C72E63-987E-8C71-C035-FAC4FE793AA8}"/>
              </a:ext>
            </a:extLst>
          </p:cNvPr>
          <p:cNvSpPr txBox="1">
            <a:spLocks/>
          </p:cNvSpPr>
          <p:nvPr/>
        </p:nvSpPr>
        <p:spPr>
          <a:xfrm>
            <a:off x="2679727" y="3729319"/>
            <a:ext cx="3580376"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Checkout Vehicle </a:t>
            </a:r>
          </a:p>
        </p:txBody>
      </p:sp>
      <p:sp>
        <p:nvSpPr>
          <p:cNvPr id="17" name="Google Shape;1321;p54">
            <a:extLst>
              <a:ext uri="{FF2B5EF4-FFF2-40B4-BE49-F238E27FC236}">
                <a16:creationId xmlns:a16="http://schemas.microsoft.com/office/drawing/2014/main" id="{90A23931-1A3D-6085-9D98-FB0A7AF688CD}"/>
              </a:ext>
            </a:extLst>
          </p:cNvPr>
          <p:cNvSpPr txBox="1">
            <a:spLocks/>
          </p:cNvSpPr>
          <p:nvPr/>
        </p:nvSpPr>
        <p:spPr>
          <a:xfrm>
            <a:off x="2679727" y="1724132"/>
            <a:ext cx="4333262"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Parking Vehicle</a:t>
            </a:r>
          </a:p>
        </p:txBody>
      </p:sp>
      <p:sp>
        <p:nvSpPr>
          <p:cNvPr id="18" name="Google Shape;1321;p54">
            <a:extLst>
              <a:ext uri="{FF2B5EF4-FFF2-40B4-BE49-F238E27FC236}">
                <a16:creationId xmlns:a16="http://schemas.microsoft.com/office/drawing/2014/main" id="{D43E5725-98BF-2383-FDAD-46A6F6F5064D}"/>
              </a:ext>
            </a:extLst>
          </p:cNvPr>
          <p:cNvSpPr txBox="1">
            <a:spLocks/>
          </p:cNvSpPr>
          <p:nvPr/>
        </p:nvSpPr>
        <p:spPr>
          <a:xfrm>
            <a:off x="2679728" y="4661415"/>
            <a:ext cx="3752079"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Total Insight</a:t>
            </a:r>
          </a:p>
        </p:txBody>
      </p:sp>
      <p:sp>
        <p:nvSpPr>
          <p:cNvPr id="11" name="Google Shape;1320;p54">
            <a:extLst>
              <a:ext uri="{FF2B5EF4-FFF2-40B4-BE49-F238E27FC236}">
                <a16:creationId xmlns:a16="http://schemas.microsoft.com/office/drawing/2014/main" id="{B3FBB00F-51D7-E7DD-6F55-6F727713ED0A}"/>
              </a:ext>
            </a:extLst>
          </p:cNvPr>
          <p:cNvSpPr txBox="1">
            <a:spLocks/>
          </p:cNvSpPr>
          <p:nvPr/>
        </p:nvSpPr>
        <p:spPr>
          <a:xfrm>
            <a:off x="1536583" y="5650702"/>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05</a:t>
            </a:r>
          </a:p>
        </p:txBody>
      </p:sp>
      <p:sp>
        <p:nvSpPr>
          <p:cNvPr id="13" name="Google Shape;1321;p54">
            <a:extLst>
              <a:ext uri="{FF2B5EF4-FFF2-40B4-BE49-F238E27FC236}">
                <a16:creationId xmlns:a16="http://schemas.microsoft.com/office/drawing/2014/main" id="{5F6F6609-EE6A-3651-B5D6-7FC87351BCCC}"/>
              </a:ext>
            </a:extLst>
          </p:cNvPr>
          <p:cNvSpPr txBox="1">
            <a:spLocks/>
          </p:cNvSpPr>
          <p:nvPr/>
        </p:nvSpPr>
        <p:spPr>
          <a:xfrm>
            <a:off x="2679727" y="5590752"/>
            <a:ext cx="3752079"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Exit</a:t>
            </a:r>
          </a:p>
        </p:txBody>
      </p:sp>
    </p:spTree>
    <p:extLst>
      <p:ext uri="{BB962C8B-B14F-4D97-AF65-F5344CB8AC3E}">
        <p14:creationId xmlns:p14="http://schemas.microsoft.com/office/powerpoint/2010/main" val="595615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additive="base">
                                        <p:cTn id="16" dur="500" fill="hold"/>
                                        <p:tgtEl>
                                          <p:spTgt spid="17"/>
                                        </p:tgtEl>
                                        <p:attrNameLst>
                                          <p:attrName>ppt_x</p:attrName>
                                        </p:attrNameLst>
                                      </p:cBhvr>
                                      <p:tavLst>
                                        <p:tav tm="0">
                                          <p:val>
                                            <p:strVal val="#ppt_x"/>
                                          </p:val>
                                        </p:tav>
                                        <p:tav tm="100000">
                                          <p:val>
                                            <p:strVal val="#ppt_x"/>
                                          </p:val>
                                        </p:tav>
                                      </p:tavLst>
                                    </p:anim>
                                    <p:anim calcmode="lin" valueType="num">
                                      <p:cBhvr additive="base">
                                        <p:cTn id="17"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additive="base">
                                        <p:cTn id="26" dur="500" fill="hold"/>
                                        <p:tgtEl>
                                          <p:spTgt spid="15"/>
                                        </p:tgtEl>
                                        <p:attrNameLst>
                                          <p:attrName>ppt_x</p:attrName>
                                        </p:attrNameLst>
                                      </p:cBhvr>
                                      <p:tavLst>
                                        <p:tav tm="0">
                                          <p:val>
                                            <p:strVal val="#ppt_x"/>
                                          </p:val>
                                        </p:tav>
                                        <p:tav tm="100000">
                                          <p:val>
                                            <p:strVal val="#ppt_x"/>
                                          </p:val>
                                        </p:tav>
                                      </p:tavLst>
                                    </p:anim>
                                    <p:anim calcmode="lin" valueType="num">
                                      <p:cBhvr additive="base">
                                        <p:cTn id="27"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additive="base">
                                        <p:cTn id="32" dur="500" fill="hold"/>
                                        <p:tgtEl>
                                          <p:spTgt spid="5"/>
                                        </p:tgtEl>
                                        <p:attrNameLst>
                                          <p:attrName>ppt_x</p:attrName>
                                        </p:attrNameLst>
                                      </p:cBhvr>
                                      <p:tavLst>
                                        <p:tav tm="0">
                                          <p:val>
                                            <p:strVal val="#ppt_x"/>
                                          </p:val>
                                        </p:tav>
                                        <p:tav tm="100000">
                                          <p:val>
                                            <p:strVal val="#ppt_x"/>
                                          </p:val>
                                        </p:tav>
                                      </p:tavLst>
                                    </p:anim>
                                    <p:anim calcmode="lin" valueType="num">
                                      <p:cBhvr additive="base">
                                        <p:cTn id="33" dur="500" fill="hold"/>
                                        <p:tgtEl>
                                          <p:spTgt spid="5"/>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 calcmode="lin" valueType="num">
                                      <p:cBhvr additive="base">
                                        <p:cTn id="36" dur="500" fill="hold"/>
                                        <p:tgtEl>
                                          <p:spTgt spid="16"/>
                                        </p:tgtEl>
                                        <p:attrNameLst>
                                          <p:attrName>ppt_x</p:attrName>
                                        </p:attrNameLst>
                                      </p:cBhvr>
                                      <p:tavLst>
                                        <p:tav tm="0">
                                          <p:val>
                                            <p:strVal val="#ppt_x"/>
                                          </p:val>
                                        </p:tav>
                                        <p:tav tm="100000">
                                          <p:val>
                                            <p:strVal val="#ppt_x"/>
                                          </p:val>
                                        </p:tav>
                                      </p:tavLst>
                                    </p:anim>
                                    <p:anim calcmode="lin" valueType="num">
                                      <p:cBhvr additive="base">
                                        <p:cTn id="37"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cBhvr additive="base">
                                        <p:cTn id="46" dur="500" fill="hold"/>
                                        <p:tgtEl>
                                          <p:spTgt spid="18"/>
                                        </p:tgtEl>
                                        <p:attrNameLst>
                                          <p:attrName>ppt_x</p:attrName>
                                        </p:attrNameLst>
                                      </p:cBhvr>
                                      <p:tavLst>
                                        <p:tav tm="0">
                                          <p:val>
                                            <p:strVal val="#ppt_x"/>
                                          </p:val>
                                        </p:tav>
                                        <p:tav tm="100000">
                                          <p:val>
                                            <p:strVal val="#ppt_x"/>
                                          </p:val>
                                        </p:tav>
                                      </p:tavLst>
                                    </p:anim>
                                    <p:anim calcmode="lin" valueType="num">
                                      <p:cBhvr additive="base">
                                        <p:cTn id="47"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500" fill="hold"/>
                                        <p:tgtEl>
                                          <p:spTgt spid="11"/>
                                        </p:tgtEl>
                                        <p:attrNameLst>
                                          <p:attrName>ppt_x</p:attrName>
                                        </p:attrNameLst>
                                      </p:cBhvr>
                                      <p:tavLst>
                                        <p:tav tm="0">
                                          <p:val>
                                            <p:strVal val="#ppt_x"/>
                                          </p:val>
                                        </p:tav>
                                        <p:tav tm="100000">
                                          <p:val>
                                            <p:strVal val="#ppt_x"/>
                                          </p:val>
                                        </p:tav>
                                      </p:tavLst>
                                    </p:anim>
                                    <p:anim calcmode="lin" valueType="num">
                                      <p:cBhvr additive="base">
                                        <p:cTn id="53" dur="500" fill="hold"/>
                                        <p:tgtEl>
                                          <p:spTgt spid="11"/>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500" fill="hold"/>
                                        <p:tgtEl>
                                          <p:spTgt spid="13"/>
                                        </p:tgtEl>
                                        <p:attrNameLst>
                                          <p:attrName>ppt_x</p:attrName>
                                        </p:attrNameLst>
                                      </p:cBhvr>
                                      <p:tavLst>
                                        <p:tav tm="0">
                                          <p:val>
                                            <p:strVal val="#ppt_x"/>
                                          </p:val>
                                        </p:tav>
                                        <p:tav tm="100000">
                                          <p:val>
                                            <p:strVal val="#ppt_x"/>
                                          </p:val>
                                        </p:tav>
                                      </p:tavLst>
                                    </p:anim>
                                    <p:anim calcmode="lin" valueType="num">
                                      <p:cBhvr additive="base">
                                        <p:cTn id="5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P spid="5" grpId="0"/>
      <p:bldP spid="12" grpId="0"/>
      <p:bldP spid="15" grpId="0"/>
      <p:bldP spid="16" grpId="0"/>
      <p:bldP spid="17" grpId="0"/>
      <p:bldP spid="18" grpId="0"/>
      <p:bldP spid="11"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321;p54"/>
          <p:cNvSpPr txBox="1">
            <a:spLocks/>
          </p:cNvSpPr>
          <p:nvPr/>
        </p:nvSpPr>
        <p:spPr>
          <a:xfrm>
            <a:off x="3422138" y="294192"/>
            <a:ext cx="4886975" cy="913354"/>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4000" b="1" dirty="0">
                <a:solidFill>
                  <a:srgbClr val="293242"/>
                </a:solidFill>
                <a:latin typeface="Roboto" panose="02000000000000000000" pitchFamily="2" charset="0"/>
                <a:ea typeface="Roboto" panose="02000000000000000000" pitchFamily="2" charset="0"/>
              </a:rPr>
              <a:t>Project Architecture</a:t>
            </a:r>
          </a:p>
        </p:txBody>
      </p:sp>
      <p:sp>
        <p:nvSpPr>
          <p:cNvPr id="2" name="Oval 1">
            <a:extLst>
              <a:ext uri="{FF2B5EF4-FFF2-40B4-BE49-F238E27FC236}">
                <a16:creationId xmlns:a16="http://schemas.microsoft.com/office/drawing/2014/main" id="{3B2EDFBD-6B2F-A1F7-6942-9A1C943A615E}"/>
              </a:ext>
            </a:extLst>
          </p:cNvPr>
          <p:cNvSpPr/>
          <p:nvPr/>
        </p:nvSpPr>
        <p:spPr>
          <a:xfrm>
            <a:off x="4797286" y="1207546"/>
            <a:ext cx="1431235" cy="7405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START</a:t>
            </a:r>
          </a:p>
        </p:txBody>
      </p:sp>
      <p:cxnSp>
        <p:nvCxnSpPr>
          <p:cNvPr id="4" name="Straight Arrow Connector 3">
            <a:extLst>
              <a:ext uri="{FF2B5EF4-FFF2-40B4-BE49-F238E27FC236}">
                <a16:creationId xmlns:a16="http://schemas.microsoft.com/office/drawing/2014/main" id="{229BA946-06AD-270E-2901-7CFE8E991129}"/>
              </a:ext>
            </a:extLst>
          </p:cNvPr>
          <p:cNvCxnSpPr/>
          <p:nvPr/>
        </p:nvCxnSpPr>
        <p:spPr>
          <a:xfrm>
            <a:off x="5473147" y="1948070"/>
            <a:ext cx="0" cy="5698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53BED728-5AB5-3451-AE44-B238AF900779}"/>
              </a:ext>
            </a:extLst>
          </p:cNvPr>
          <p:cNvSpPr/>
          <p:nvPr/>
        </p:nvSpPr>
        <p:spPr>
          <a:xfrm>
            <a:off x="4757532" y="2503005"/>
            <a:ext cx="1431229" cy="712304"/>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MENU</a:t>
            </a:r>
          </a:p>
        </p:txBody>
      </p:sp>
      <p:cxnSp>
        <p:nvCxnSpPr>
          <p:cNvPr id="12" name="Straight Connector 11">
            <a:extLst>
              <a:ext uri="{FF2B5EF4-FFF2-40B4-BE49-F238E27FC236}">
                <a16:creationId xmlns:a16="http://schemas.microsoft.com/office/drawing/2014/main" id="{5F691410-81AA-72D2-E3F7-B12AF6BCAAA0}"/>
              </a:ext>
            </a:extLst>
          </p:cNvPr>
          <p:cNvCxnSpPr>
            <a:cxnSpLocks/>
          </p:cNvCxnSpPr>
          <p:nvPr/>
        </p:nvCxnSpPr>
        <p:spPr>
          <a:xfrm>
            <a:off x="357809" y="3215309"/>
            <a:ext cx="110258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390BFEA-B821-2F40-23D0-A57AA1677C02}"/>
              </a:ext>
            </a:extLst>
          </p:cNvPr>
          <p:cNvCxnSpPr/>
          <p:nvPr/>
        </p:nvCxnSpPr>
        <p:spPr>
          <a:xfrm>
            <a:off x="357809" y="3215309"/>
            <a:ext cx="0" cy="972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F468DB1-FCDC-12CE-28E9-A631A61E5A6A}"/>
              </a:ext>
            </a:extLst>
          </p:cNvPr>
          <p:cNvCxnSpPr/>
          <p:nvPr/>
        </p:nvCxnSpPr>
        <p:spPr>
          <a:xfrm>
            <a:off x="11383617" y="3215309"/>
            <a:ext cx="0" cy="9061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7DB5191-BC12-A6C2-4234-7C240BA68FAA}"/>
              </a:ext>
            </a:extLst>
          </p:cNvPr>
          <p:cNvCxnSpPr>
            <a:stCxn id="6" idx="2"/>
          </p:cNvCxnSpPr>
          <p:nvPr/>
        </p:nvCxnSpPr>
        <p:spPr>
          <a:xfrm flipH="1">
            <a:off x="5473146" y="3215309"/>
            <a:ext cx="1" cy="972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1DB5736-EB12-D396-387C-E796D48BF679}"/>
              </a:ext>
            </a:extLst>
          </p:cNvPr>
          <p:cNvCxnSpPr/>
          <p:nvPr/>
        </p:nvCxnSpPr>
        <p:spPr>
          <a:xfrm>
            <a:off x="8507896" y="3230217"/>
            <a:ext cx="0" cy="8912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4F1A75D-D8CB-8FFB-1231-AA632ED36E03}"/>
              </a:ext>
            </a:extLst>
          </p:cNvPr>
          <p:cNvCxnSpPr/>
          <p:nvPr/>
        </p:nvCxnSpPr>
        <p:spPr>
          <a:xfrm>
            <a:off x="2941983" y="3230217"/>
            <a:ext cx="0" cy="9574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10DB7930-7B2A-D3D7-3779-8AAE6B8378A5}"/>
              </a:ext>
            </a:extLst>
          </p:cNvPr>
          <p:cNvSpPr/>
          <p:nvPr/>
        </p:nvSpPr>
        <p:spPr>
          <a:xfrm>
            <a:off x="0" y="4187687"/>
            <a:ext cx="1895060" cy="5963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Park Vehicle</a:t>
            </a:r>
          </a:p>
        </p:txBody>
      </p:sp>
      <p:sp>
        <p:nvSpPr>
          <p:cNvPr id="34" name="Rectangle: Rounded Corners 33">
            <a:extLst>
              <a:ext uri="{FF2B5EF4-FFF2-40B4-BE49-F238E27FC236}">
                <a16:creationId xmlns:a16="http://schemas.microsoft.com/office/drawing/2014/main" id="{CA28D9C4-C505-AE54-F7C2-4AA21ABB1BB1}"/>
              </a:ext>
            </a:extLst>
          </p:cNvPr>
          <p:cNvSpPr/>
          <p:nvPr/>
        </p:nvSpPr>
        <p:spPr>
          <a:xfrm>
            <a:off x="2189920" y="4202594"/>
            <a:ext cx="1895060" cy="5963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Check Vehicle</a:t>
            </a:r>
          </a:p>
        </p:txBody>
      </p:sp>
      <p:sp>
        <p:nvSpPr>
          <p:cNvPr id="35" name="Rectangle: Rounded Corners 34">
            <a:extLst>
              <a:ext uri="{FF2B5EF4-FFF2-40B4-BE49-F238E27FC236}">
                <a16:creationId xmlns:a16="http://schemas.microsoft.com/office/drawing/2014/main" id="{BF2D1C6F-7FF5-1F83-45FA-B322D2A4E936}"/>
              </a:ext>
            </a:extLst>
          </p:cNvPr>
          <p:cNvSpPr/>
          <p:nvPr/>
        </p:nvSpPr>
        <p:spPr>
          <a:xfrm>
            <a:off x="4505737" y="4184374"/>
            <a:ext cx="1895060" cy="5963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Checkout Vehicle</a:t>
            </a:r>
          </a:p>
        </p:txBody>
      </p:sp>
      <p:sp>
        <p:nvSpPr>
          <p:cNvPr id="36" name="Rectangle: Rounded Corners 35">
            <a:extLst>
              <a:ext uri="{FF2B5EF4-FFF2-40B4-BE49-F238E27FC236}">
                <a16:creationId xmlns:a16="http://schemas.microsoft.com/office/drawing/2014/main" id="{20590B57-9BC9-FF53-6F5D-20B07973D6D4}"/>
              </a:ext>
            </a:extLst>
          </p:cNvPr>
          <p:cNvSpPr/>
          <p:nvPr/>
        </p:nvSpPr>
        <p:spPr>
          <a:xfrm>
            <a:off x="7560366" y="4154268"/>
            <a:ext cx="1895060" cy="5963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Total Insight</a:t>
            </a:r>
          </a:p>
        </p:txBody>
      </p:sp>
      <p:sp>
        <p:nvSpPr>
          <p:cNvPr id="37" name="Rectangle: Rounded Corners 36">
            <a:extLst>
              <a:ext uri="{FF2B5EF4-FFF2-40B4-BE49-F238E27FC236}">
                <a16:creationId xmlns:a16="http://schemas.microsoft.com/office/drawing/2014/main" id="{1C8A175B-BD51-70B4-2300-127DF4808650}"/>
              </a:ext>
            </a:extLst>
          </p:cNvPr>
          <p:cNvSpPr/>
          <p:nvPr/>
        </p:nvSpPr>
        <p:spPr>
          <a:xfrm>
            <a:off x="10296940" y="4154268"/>
            <a:ext cx="1895060" cy="5963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Exit</a:t>
            </a:r>
          </a:p>
        </p:txBody>
      </p:sp>
      <p:cxnSp>
        <p:nvCxnSpPr>
          <p:cNvPr id="39" name="Straight Arrow Connector 38">
            <a:extLst>
              <a:ext uri="{FF2B5EF4-FFF2-40B4-BE49-F238E27FC236}">
                <a16:creationId xmlns:a16="http://schemas.microsoft.com/office/drawing/2014/main" id="{6BA514D7-EDA1-CD96-019E-DB5817EAADBF}"/>
              </a:ext>
            </a:extLst>
          </p:cNvPr>
          <p:cNvCxnSpPr>
            <a:cxnSpLocks/>
          </p:cNvCxnSpPr>
          <p:nvPr/>
        </p:nvCxnSpPr>
        <p:spPr>
          <a:xfrm flipH="1">
            <a:off x="11370364" y="4730219"/>
            <a:ext cx="6627" cy="947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476B9FB4-5B13-E544-9F58-CC3DF5C6C218}"/>
              </a:ext>
            </a:extLst>
          </p:cNvPr>
          <p:cNvSpPr/>
          <p:nvPr/>
        </p:nvSpPr>
        <p:spPr>
          <a:xfrm>
            <a:off x="10654746" y="5883727"/>
            <a:ext cx="1431235" cy="74052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End</a:t>
            </a:r>
          </a:p>
        </p:txBody>
      </p:sp>
      <p:sp>
        <p:nvSpPr>
          <p:cNvPr id="42" name="TextBox 41">
            <a:extLst>
              <a:ext uri="{FF2B5EF4-FFF2-40B4-BE49-F238E27FC236}">
                <a16:creationId xmlns:a16="http://schemas.microsoft.com/office/drawing/2014/main" id="{1840E01D-C8BA-9731-0910-4B6D0B5924A1}"/>
              </a:ext>
            </a:extLst>
          </p:cNvPr>
          <p:cNvSpPr txBox="1"/>
          <p:nvPr/>
        </p:nvSpPr>
        <p:spPr>
          <a:xfrm>
            <a:off x="304802" y="3533398"/>
            <a:ext cx="914400" cy="369332"/>
          </a:xfrm>
          <a:prstGeom prst="rect">
            <a:avLst/>
          </a:prstGeom>
          <a:noFill/>
        </p:spPr>
        <p:txBody>
          <a:bodyPr wrap="square" rtlCol="0">
            <a:spAutoFit/>
          </a:bodyPr>
          <a:lstStyle/>
          <a:p>
            <a:r>
              <a:rPr lang="en-US" dirty="0"/>
              <a:t>for 1</a:t>
            </a:r>
          </a:p>
        </p:txBody>
      </p:sp>
      <p:sp>
        <p:nvSpPr>
          <p:cNvPr id="43" name="TextBox 42">
            <a:extLst>
              <a:ext uri="{FF2B5EF4-FFF2-40B4-BE49-F238E27FC236}">
                <a16:creationId xmlns:a16="http://schemas.microsoft.com/office/drawing/2014/main" id="{16FD0D4F-47CA-9144-B927-4562C6995179}"/>
              </a:ext>
            </a:extLst>
          </p:cNvPr>
          <p:cNvSpPr txBox="1"/>
          <p:nvPr/>
        </p:nvSpPr>
        <p:spPr>
          <a:xfrm>
            <a:off x="2922105" y="3554141"/>
            <a:ext cx="914400" cy="369332"/>
          </a:xfrm>
          <a:prstGeom prst="rect">
            <a:avLst/>
          </a:prstGeom>
          <a:noFill/>
        </p:spPr>
        <p:txBody>
          <a:bodyPr wrap="square" rtlCol="0">
            <a:spAutoFit/>
          </a:bodyPr>
          <a:lstStyle/>
          <a:p>
            <a:r>
              <a:rPr lang="en-US" dirty="0"/>
              <a:t>for 2</a:t>
            </a:r>
          </a:p>
        </p:txBody>
      </p:sp>
      <p:sp>
        <p:nvSpPr>
          <p:cNvPr id="44" name="TextBox 43">
            <a:extLst>
              <a:ext uri="{FF2B5EF4-FFF2-40B4-BE49-F238E27FC236}">
                <a16:creationId xmlns:a16="http://schemas.microsoft.com/office/drawing/2014/main" id="{0D68A405-4C5A-708B-2D0C-7925C67DD257}"/>
              </a:ext>
            </a:extLst>
          </p:cNvPr>
          <p:cNvSpPr txBox="1"/>
          <p:nvPr/>
        </p:nvSpPr>
        <p:spPr>
          <a:xfrm>
            <a:off x="5408425" y="3540888"/>
            <a:ext cx="914400" cy="369332"/>
          </a:xfrm>
          <a:prstGeom prst="rect">
            <a:avLst/>
          </a:prstGeom>
          <a:noFill/>
        </p:spPr>
        <p:txBody>
          <a:bodyPr wrap="square" rtlCol="0">
            <a:spAutoFit/>
          </a:bodyPr>
          <a:lstStyle/>
          <a:p>
            <a:r>
              <a:rPr lang="en-US" dirty="0"/>
              <a:t>for 3</a:t>
            </a:r>
          </a:p>
        </p:txBody>
      </p:sp>
      <p:sp>
        <p:nvSpPr>
          <p:cNvPr id="45" name="TextBox 44">
            <a:extLst>
              <a:ext uri="{FF2B5EF4-FFF2-40B4-BE49-F238E27FC236}">
                <a16:creationId xmlns:a16="http://schemas.microsoft.com/office/drawing/2014/main" id="{3E92CCD0-93AF-F312-2B51-9582E5960FB5}"/>
              </a:ext>
            </a:extLst>
          </p:cNvPr>
          <p:cNvSpPr txBox="1"/>
          <p:nvPr/>
        </p:nvSpPr>
        <p:spPr>
          <a:xfrm>
            <a:off x="8494641" y="3481217"/>
            <a:ext cx="914400" cy="369332"/>
          </a:xfrm>
          <a:prstGeom prst="rect">
            <a:avLst/>
          </a:prstGeom>
          <a:noFill/>
        </p:spPr>
        <p:txBody>
          <a:bodyPr wrap="square" rtlCol="0">
            <a:spAutoFit/>
          </a:bodyPr>
          <a:lstStyle/>
          <a:p>
            <a:r>
              <a:rPr lang="en-US" dirty="0"/>
              <a:t>for 4</a:t>
            </a:r>
          </a:p>
        </p:txBody>
      </p:sp>
      <p:sp>
        <p:nvSpPr>
          <p:cNvPr id="46" name="TextBox 45">
            <a:extLst>
              <a:ext uri="{FF2B5EF4-FFF2-40B4-BE49-F238E27FC236}">
                <a16:creationId xmlns:a16="http://schemas.microsoft.com/office/drawing/2014/main" id="{A2D93291-3A46-4F58-7F42-B2B0A5AE3A28}"/>
              </a:ext>
            </a:extLst>
          </p:cNvPr>
          <p:cNvSpPr txBox="1"/>
          <p:nvPr/>
        </p:nvSpPr>
        <p:spPr>
          <a:xfrm>
            <a:off x="11376991" y="3491155"/>
            <a:ext cx="914400" cy="369332"/>
          </a:xfrm>
          <a:prstGeom prst="rect">
            <a:avLst/>
          </a:prstGeom>
          <a:noFill/>
        </p:spPr>
        <p:txBody>
          <a:bodyPr wrap="square" rtlCol="0">
            <a:spAutoFit/>
          </a:bodyPr>
          <a:lstStyle/>
          <a:p>
            <a:r>
              <a:rPr lang="en-US" dirty="0"/>
              <a:t>for 5</a:t>
            </a:r>
          </a:p>
        </p:txBody>
      </p:sp>
    </p:spTree>
    <p:extLst>
      <p:ext uri="{BB962C8B-B14F-4D97-AF65-F5344CB8AC3E}">
        <p14:creationId xmlns:p14="http://schemas.microsoft.com/office/powerpoint/2010/main" val="11567124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321;p54"/>
          <p:cNvSpPr txBox="1">
            <a:spLocks/>
          </p:cNvSpPr>
          <p:nvPr/>
        </p:nvSpPr>
        <p:spPr>
          <a:xfrm>
            <a:off x="4568452" y="-21530"/>
            <a:ext cx="2349183" cy="64453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4000" b="1" dirty="0">
                <a:solidFill>
                  <a:srgbClr val="293242"/>
                </a:solidFill>
                <a:latin typeface="Roboto" panose="02000000000000000000" pitchFamily="2" charset="0"/>
                <a:ea typeface="Roboto" panose="02000000000000000000" pitchFamily="2" charset="0"/>
              </a:rPr>
              <a:t>(Cont.)</a:t>
            </a:r>
          </a:p>
        </p:txBody>
      </p:sp>
      <p:cxnSp>
        <p:nvCxnSpPr>
          <p:cNvPr id="12" name="Straight Connector 11">
            <a:extLst>
              <a:ext uri="{FF2B5EF4-FFF2-40B4-BE49-F238E27FC236}">
                <a16:creationId xmlns:a16="http://schemas.microsoft.com/office/drawing/2014/main" id="{5F691410-81AA-72D2-E3F7-B12AF6BCAAA0}"/>
              </a:ext>
            </a:extLst>
          </p:cNvPr>
          <p:cNvCxnSpPr>
            <a:cxnSpLocks/>
          </p:cNvCxnSpPr>
          <p:nvPr/>
        </p:nvCxnSpPr>
        <p:spPr>
          <a:xfrm>
            <a:off x="357811" y="1773229"/>
            <a:ext cx="110258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390BFEA-B821-2F40-23D0-A57AA1677C02}"/>
              </a:ext>
            </a:extLst>
          </p:cNvPr>
          <p:cNvCxnSpPr>
            <a:cxnSpLocks/>
          </p:cNvCxnSpPr>
          <p:nvPr/>
        </p:nvCxnSpPr>
        <p:spPr>
          <a:xfrm>
            <a:off x="357811" y="1773229"/>
            <a:ext cx="0" cy="612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F468DB1-FCDC-12CE-28E9-A631A61E5A6A}"/>
              </a:ext>
            </a:extLst>
          </p:cNvPr>
          <p:cNvCxnSpPr>
            <a:cxnSpLocks/>
          </p:cNvCxnSpPr>
          <p:nvPr/>
        </p:nvCxnSpPr>
        <p:spPr>
          <a:xfrm>
            <a:off x="11383619" y="1774462"/>
            <a:ext cx="0" cy="610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7DB5191-BC12-A6C2-4234-7C240BA68FAA}"/>
              </a:ext>
            </a:extLst>
          </p:cNvPr>
          <p:cNvCxnSpPr>
            <a:cxnSpLocks/>
          </p:cNvCxnSpPr>
          <p:nvPr/>
        </p:nvCxnSpPr>
        <p:spPr>
          <a:xfrm>
            <a:off x="5353883" y="1351818"/>
            <a:ext cx="0" cy="396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1DB5736-EB12-D396-387C-E796D48BF679}"/>
              </a:ext>
            </a:extLst>
          </p:cNvPr>
          <p:cNvCxnSpPr>
            <a:cxnSpLocks/>
          </p:cNvCxnSpPr>
          <p:nvPr/>
        </p:nvCxnSpPr>
        <p:spPr>
          <a:xfrm>
            <a:off x="7673010" y="1760381"/>
            <a:ext cx="0" cy="625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4F1A75D-D8CB-8FFB-1231-AA632ED36E03}"/>
              </a:ext>
            </a:extLst>
          </p:cNvPr>
          <p:cNvCxnSpPr>
            <a:cxnSpLocks/>
          </p:cNvCxnSpPr>
          <p:nvPr/>
        </p:nvCxnSpPr>
        <p:spPr>
          <a:xfrm>
            <a:off x="3588028" y="1773229"/>
            <a:ext cx="0" cy="612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10DB7930-7B2A-D3D7-3779-8AAE6B8378A5}"/>
              </a:ext>
            </a:extLst>
          </p:cNvPr>
          <p:cNvSpPr/>
          <p:nvPr/>
        </p:nvSpPr>
        <p:spPr>
          <a:xfrm>
            <a:off x="4535558" y="755470"/>
            <a:ext cx="1895060" cy="5963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Park Vehicle</a:t>
            </a:r>
          </a:p>
        </p:txBody>
      </p:sp>
      <p:sp>
        <p:nvSpPr>
          <p:cNvPr id="34" name="Rectangle: Rounded Corners 33">
            <a:extLst>
              <a:ext uri="{FF2B5EF4-FFF2-40B4-BE49-F238E27FC236}">
                <a16:creationId xmlns:a16="http://schemas.microsoft.com/office/drawing/2014/main" id="{CA28D9C4-C505-AE54-F7C2-4AA21ABB1BB1}"/>
              </a:ext>
            </a:extLst>
          </p:cNvPr>
          <p:cNvSpPr/>
          <p:nvPr/>
        </p:nvSpPr>
        <p:spPr>
          <a:xfrm>
            <a:off x="80939" y="2391224"/>
            <a:ext cx="1895060" cy="5963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Bus</a:t>
            </a:r>
          </a:p>
        </p:txBody>
      </p:sp>
      <p:sp>
        <p:nvSpPr>
          <p:cNvPr id="35" name="Rectangle: Rounded Corners 34">
            <a:extLst>
              <a:ext uri="{FF2B5EF4-FFF2-40B4-BE49-F238E27FC236}">
                <a16:creationId xmlns:a16="http://schemas.microsoft.com/office/drawing/2014/main" id="{BF2D1C6F-7FF5-1F83-45FA-B322D2A4E936}"/>
              </a:ext>
            </a:extLst>
          </p:cNvPr>
          <p:cNvSpPr/>
          <p:nvPr/>
        </p:nvSpPr>
        <p:spPr>
          <a:xfrm>
            <a:off x="2673391" y="2393297"/>
            <a:ext cx="1895060" cy="5963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Car</a:t>
            </a:r>
          </a:p>
        </p:txBody>
      </p:sp>
      <p:sp>
        <p:nvSpPr>
          <p:cNvPr id="36" name="Rectangle: Rounded Corners 35">
            <a:extLst>
              <a:ext uri="{FF2B5EF4-FFF2-40B4-BE49-F238E27FC236}">
                <a16:creationId xmlns:a16="http://schemas.microsoft.com/office/drawing/2014/main" id="{20590B57-9BC9-FF53-6F5D-20B07973D6D4}"/>
              </a:ext>
            </a:extLst>
          </p:cNvPr>
          <p:cNvSpPr/>
          <p:nvPr/>
        </p:nvSpPr>
        <p:spPr>
          <a:xfrm>
            <a:off x="6821557" y="2393297"/>
            <a:ext cx="1895060" cy="5963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Bike</a:t>
            </a:r>
          </a:p>
        </p:txBody>
      </p:sp>
      <p:sp>
        <p:nvSpPr>
          <p:cNvPr id="37" name="Rectangle: Rounded Corners 36">
            <a:extLst>
              <a:ext uri="{FF2B5EF4-FFF2-40B4-BE49-F238E27FC236}">
                <a16:creationId xmlns:a16="http://schemas.microsoft.com/office/drawing/2014/main" id="{1C8A175B-BD51-70B4-2300-127DF4808650}"/>
              </a:ext>
            </a:extLst>
          </p:cNvPr>
          <p:cNvSpPr/>
          <p:nvPr/>
        </p:nvSpPr>
        <p:spPr>
          <a:xfrm>
            <a:off x="10161102" y="2376941"/>
            <a:ext cx="1895060" cy="5963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Auto</a:t>
            </a:r>
          </a:p>
        </p:txBody>
      </p:sp>
      <p:sp>
        <p:nvSpPr>
          <p:cNvPr id="5" name="Rectangle 4">
            <a:extLst>
              <a:ext uri="{FF2B5EF4-FFF2-40B4-BE49-F238E27FC236}">
                <a16:creationId xmlns:a16="http://schemas.microsoft.com/office/drawing/2014/main" id="{BCEDE90D-D651-7724-C3C0-37BEDF6D4790}"/>
              </a:ext>
            </a:extLst>
          </p:cNvPr>
          <p:cNvSpPr/>
          <p:nvPr/>
        </p:nvSpPr>
        <p:spPr>
          <a:xfrm>
            <a:off x="2876434" y="3337522"/>
            <a:ext cx="5380377" cy="4252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1. Enter Your Name</a:t>
            </a:r>
          </a:p>
        </p:txBody>
      </p:sp>
      <p:sp>
        <p:nvSpPr>
          <p:cNvPr id="7" name="Rectangle 6">
            <a:extLst>
              <a:ext uri="{FF2B5EF4-FFF2-40B4-BE49-F238E27FC236}">
                <a16:creationId xmlns:a16="http://schemas.microsoft.com/office/drawing/2014/main" id="{668188D7-1839-0F54-B8C8-22E2D3FD4AB3}"/>
              </a:ext>
            </a:extLst>
          </p:cNvPr>
          <p:cNvSpPr/>
          <p:nvPr/>
        </p:nvSpPr>
        <p:spPr>
          <a:xfrm>
            <a:off x="2876444" y="3973375"/>
            <a:ext cx="5380367" cy="40096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2. Enter Your Vehicle Number</a:t>
            </a:r>
          </a:p>
        </p:txBody>
      </p:sp>
      <p:sp>
        <p:nvSpPr>
          <p:cNvPr id="9" name="Rectangle 8">
            <a:extLst>
              <a:ext uri="{FF2B5EF4-FFF2-40B4-BE49-F238E27FC236}">
                <a16:creationId xmlns:a16="http://schemas.microsoft.com/office/drawing/2014/main" id="{693FC008-AA8B-BFFE-DB73-D5FC85454687}"/>
              </a:ext>
            </a:extLst>
          </p:cNvPr>
          <p:cNvSpPr/>
          <p:nvPr/>
        </p:nvSpPr>
        <p:spPr>
          <a:xfrm>
            <a:off x="2870520" y="4584914"/>
            <a:ext cx="5374449" cy="40096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3. Enter Today Date</a:t>
            </a:r>
          </a:p>
        </p:txBody>
      </p:sp>
      <p:cxnSp>
        <p:nvCxnSpPr>
          <p:cNvPr id="13" name="Straight Arrow Connector 12">
            <a:extLst>
              <a:ext uri="{FF2B5EF4-FFF2-40B4-BE49-F238E27FC236}">
                <a16:creationId xmlns:a16="http://schemas.microsoft.com/office/drawing/2014/main" id="{569CDEB9-144E-3AC3-2624-39D5AC84AB62}"/>
              </a:ext>
            </a:extLst>
          </p:cNvPr>
          <p:cNvCxnSpPr/>
          <p:nvPr/>
        </p:nvCxnSpPr>
        <p:spPr>
          <a:xfrm>
            <a:off x="4200939" y="3034663"/>
            <a:ext cx="0" cy="2444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F4FFC4E-3047-457F-7397-1D8198FF518C}"/>
              </a:ext>
            </a:extLst>
          </p:cNvPr>
          <p:cNvCxnSpPr>
            <a:stCxn id="36" idx="2"/>
          </p:cNvCxnSpPr>
          <p:nvPr/>
        </p:nvCxnSpPr>
        <p:spPr>
          <a:xfrm>
            <a:off x="7769087" y="2989645"/>
            <a:ext cx="0" cy="2894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B847E3A9-BC46-06F3-4F52-BFA2246FA822}"/>
              </a:ext>
            </a:extLst>
          </p:cNvPr>
          <p:cNvCxnSpPr>
            <a:stCxn id="34" idx="2"/>
          </p:cNvCxnSpPr>
          <p:nvPr/>
        </p:nvCxnSpPr>
        <p:spPr>
          <a:xfrm rot="16200000" flipH="1">
            <a:off x="1635232" y="2380809"/>
            <a:ext cx="535758" cy="174928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Connector: Elbow 21">
            <a:extLst>
              <a:ext uri="{FF2B5EF4-FFF2-40B4-BE49-F238E27FC236}">
                <a16:creationId xmlns:a16="http://schemas.microsoft.com/office/drawing/2014/main" id="{844FE76D-C39D-A5BD-B2F6-6724A216F9EF}"/>
              </a:ext>
            </a:extLst>
          </p:cNvPr>
          <p:cNvCxnSpPr>
            <a:stCxn id="37" idx="2"/>
          </p:cNvCxnSpPr>
          <p:nvPr/>
        </p:nvCxnSpPr>
        <p:spPr>
          <a:xfrm rot="5400000">
            <a:off x="9436373" y="1978552"/>
            <a:ext cx="677523" cy="266699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B776947B-E8F5-E7E4-0E64-3C4C0DC35FB6}"/>
              </a:ext>
            </a:extLst>
          </p:cNvPr>
          <p:cNvCxnSpPr>
            <a:cxnSpLocks/>
            <a:stCxn id="5" idx="2"/>
          </p:cNvCxnSpPr>
          <p:nvPr/>
        </p:nvCxnSpPr>
        <p:spPr>
          <a:xfrm>
            <a:off x="5566623" y="3762803"/>
            <a:ext cx="0" cy="2000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51E6CB4A-482C-A32D-7941-0EF735C1CF6A}"/>
              </a:ext>
            </a:extLst>
          </p:cNvPr>
          <p:cNvCxnSpPr>
            <a:cxnSpLocks/>
            <a:stCxn id="7" idx="2"/>
          </p:cNvCxnSpPr>
          <p:nvPr/>
        </p:nvCxnSpPr>
        <p:spPr>
          <a:xfrm flipH="1">
            <a:off x="5560711" y="4374342"/>
            <a:ext cx="5917" cy="2105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Rectangle 43">
            <a:extLst>
              <a:ext uri="{FF2B5EF4-FFF2-40B4-BE49-F238E27FC236}">
                <a16:creationId xmlns:a16="http://schemas.microsoft.com/office/drawing/2014/main" id="{6D9E28C6-51B0-3FBC-DC5E-BA3282D1E3BA}"/>
              </a:ext>
            </a:extLst>
          </p:cNvPr>
          <p:cNvSpPr/>
          <p:nvPr/>
        </p:nvSpPr>
        <p:spPr>
          <a:xfrm>
            <a:off x="2876431" y="5136878"/>
            <a:ext cx="5368538" cy="380433"/>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Enter Your Fees</a:t>
            </a:r>
          </a:p>
        </p:txBody>
      </p:sp>
      <p:cxnSp>
        <p:nvCxnSpPr>
          <p:cNvPr id="45" name="Straight Arrow Connector 44">
            <a:extLst>
              <a:ext uri="{FF2B5EF4-FFF2-40B4-BE49-F238E27FC236}">
                <a16:creationId xmlns:a16="http://schemas.microsoft.com/office/drawing/2014/main" id="{BC5B975C-ECBA-10FF-951C-FEF10815C936}"/>
              </a:ext>
            </a:extLst>
          </p:cNvPr>
          <p:cNvCxnSpPr/>
          <p:nvPr/>
        </p:nvCxnSpPr>
        <p:spPr>
          <a:xfrm>
            <a:off x="5560711" y="4943125"/>
            <a:ext cx="0" cy="17521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Connector: Elbow 50">
            <a:extLst>
              <a:ext uri="{FF2B5EF4-FFF2-40B4-BE49-F238E27FC236}">
                <a16:creationId xmlns:a16="http://schemas.microsoft.com/office/drawing/2014/main" id="{F298FB92-02F3-7B9A-B1AB-C9496F9A2C75}"/>
              </a:ext>
            </a:extLst>
          </p:cNvPr>
          <p:cNvCxnSpPr>
            <a:stCxn id="44" idx="3"/>
          </p:cNvCxnSpPr>
          <p:nvPr/>
        </p:nvCxnSpPr>
        <p:spPr>
          <a:xfrm>
            <a:off x="8244969" y="5327095"/>
            <a:ext cx="471648" cy="71589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B7B49715-690E-DB9A-A9A5-37FE2125911F}"/>
              </a:ext>
            </a:extLst>
          </p:cNvPr>
          <p:cNvCxnSpPr>
            <a:stCxn id="44" idx="1"/>
          </p:cNvCxnSpPr>
          <p:nvPr/>
        </p:nvCxnSpPr>
        <p:spPr>
          <a:xfrm rot="10800000" flipV="1">
            <a:off x="2358887" y="5327094"/>
            <a:ext cx="517544" cy="78215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Rectangle: Rounded Corners 53">
            <a:extLst>
              <a:ext uri="{FF2B5EF4-FFF2-40B4-BE49-F238E27FC236}">
                <a16:creationId xmlns:a16="http://schemas.microsoft.com/office/drawing/2014/main" id="{FA00D89D-4391-2CCD-4D9A-9A559AFCA415}"/>
              </a:ext>
            </a:extLst>
          </p:cNvPr>
          <p:cNvSpPr/>
          <p:nvPr/>
        </p:nvSpPr>
        <p:spPr>
          <a:xfrm>
            <a:off x="1507436" y="6115443"/>
            <a:ext cx="1895060" cy="5963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Menu</a:t>
            </a:r>
          </a:p>
        </p:txBody>
      </p:sp>
      <p:sp>
        <p:nvSpPr>
          <p:cNvPr id="55" name="Rectangle: Rounded Corners 54">
            <a:extLst>
              <a:ext uri="{FF2B5EF4-FFF2-40B4-BE49-F238E27FC236}">
                <a16:creationId xmlns:a16="http://schemas.microsoft.com/office/drawing/2014/main" id="{B3710C73-E452-F5C9-EB55-5F0923EA77F4}"/>
              </a:ext>
            </a:extLst>
          </p:cNvPr>
          <p:cNvSpPr/>
          <p:nvPr/>
        </p:nvSpPr>
        <p:spPr>
          <a:xfrm>
            <a:off x="7769087" y="6076305"/>
            <a:ext cx="1895060" cy="5963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Park Vehicle</a:t>
            </a:r>
          </a:p>
        </p:txBody>
      </p:sp>
      <p:sp>
        <p:nvSpPr>
          <p:cNvPr id="56" name="TextBox 55">
            <a:extLst>
              <a:ext uri="{FF2B5EF4-FFF2-40B4-BE49-F238E27FC236}">
                <a16:creationId xmlns:a16="http://schemas.microsoft.com/office/drawing/2014/main" id="{B581F918-9DAF-4E15-D7BD-A4B40468DB3E}"/>
              </a:ext>
            </a:extLst>
          </p:cNvPr>
          <p:cNvSpPr txBox="1"/>
          <p:nvPr/>
        </p:nvSpPr>
        <p:spPr>
          <a:xfrm>
            <a:off x="329415" y="1840287"/>
            <a:ext cx="914400" cy="369332"/>
          </a:xfrm>
          <a:prstGeom prst="rect">
            <a:avLst/>
          </a:prstGeom>
          <a:noFill/>
        </p:spPr>
        <p:txBody>
          <a:bodyPr wrap="square" rtlCol="0">
            <a:spAutoFit/>
          </a:bodyPr>
          <a:lstStyle/>
          <a:p>
            <a:r>
              <a:rPr lang="en-US" dirty="0"/>
              <a:t>For 1</a:t>
            </a:r>
          </a:p>
        </p:txBody>
      </p:sp>
      <p:sp>
        <p:nvSpPr>
          <p:cNvPr id="57" name="TextBox 56">
            <a:extLst>
              <a:ext uri="{FF2B5EF4-FFF2-40B4-BE49-F238E27FC236}">
                <a16:creationId xmlns:a16="http://schemas.microsoft.com/office/drawing/2014/main" id="{C2CCA4F9-15A7-573F-BC34-00C7B664CA1F}"/>
              </a:ext>
            </a:extLst>
          </p:cNvPr>
          <p:cNvSpPr txBox="1"/>
          <p:nvPr/>
        </p:nvSpPr>
        <p:spPr>
          <a:xfrm>
            <a:off x="3524844" y="1847791"/>
            <a:ext cx="914400" cy="369332"/>
          </a:xfrm>
          <a:prstGeom prst="rect">
            <a:avLst/>
          </a:prstGeom>
          <a:noFill/>
        </p:spPr>
        <p:txBody>
          <a:bodyPr wrap="square" rtlCol="0">
            <a:spAutoFit/>
          </a:bodyPr>
          <a:lstStyle/>
          <a:p>
            <a:r>
              <a:rPr lang="en-US" dirty="0"/>
              <a:t>For 2</a:t>
            </a:r>
          </a:p>
        </p:txBody>
      </p:sp>
      <p:sp>
        <p:nvSpPr>
          <p:cNvPr id="58" name="TextBox 57">
            <a:extLst>
              <a:ext uri="{FF2B5EF4-FFF2-40B4-BE49-F238E27FC236}">
                <a16:creationId xmlns:a16="http://schemas.microsoft.com/office/drawing/2014/main" id="{7DCFCE9E-84E2-CA2C-9935-BB96382F650B}"/>
              </a:ext>
            </a:extLst>
          </p:cNvPr>
          <p:cNvSpPr txBox="1"/>
          <p:nvPr/>
        </p:nvSpPr>
        <p:spPr>
          <a:xfrm>
            <a:off x="7606276" y="1806544"/>
            <a:ext cx="914400" cy="369332"/>
          </a:xfrm>
          <a:prstGeom prst="rect">
            <a:avLst/>
          </a:prstGeom>
          <a:noFill/>
        </p:spPr>
        <p:txBody>
          <a:bodyPr wrap="square" rtlCol="0">
            <a:spAutoFit/>
          </a:bodyPr>
          <a:lstStyle/>
          <a:p>
            <a:r>
              <a:rPr lang="en-US" dirty="0"/>
              <a:t>For 3</a:t>
            </a:r>
          </a:p>
        </p:txBody>
      </p:sp>
      <p:sp>
        <p:nvSpPr>
          <p:cNvPr id="59" name="TextBox 58">
            <a:extLst>
              <a:ext uri="{FF2B5EF4-FFF2-40B4-BE49-F238E27FC236}">
                <a16:creationId xmlns:a16="http://schemas.microsoft.com/office/drawing/2014/main" id="{DD156812-7D01-E059-5088-C6D0726676A1}"/>
              </a:ext>
            </a:extLst>
          </p:cNvPr>
          <p:cNvSpPr txBox="1"/>
          <p:nvPr/>
        </p:nvSpPr>
        <p:spPr>
          <a:xfrm>
            <a:off x="11321384" y="1847791"/>
            <a:ext cx="914400" cy="369332"/>
          </a:xfrm>
          <a:prstGeom prst="rect">
            <a:avLst/>
          </a:prstGeom>
          <a:noFill/>
        </p:spPr>
        <p:txBody>
          <a:bodyPr wrap="square" rtlCol="0">
            <a:spAutoFit/>
          </a:bodyPr>
          <a:lstStyle/>
          <a:p>
            <a:r>
              <a:rPr lang="en-US" dirty="0"/>
              <a:t>For 4</a:t>
            </a:r>
          </a:p>
        </p:txBody>
      </p:sp>
      <p:sp>
        <p:nvSpPr>
          <p:cNvPr id="60" name="TextBox 59">
            <a:extLst>
              <a:ext uri="{FF2B5EF4-FFF2-40B4-BE49-F238E27FC236}">
                <a16:creationId xmlns:a16="http://schemas.microsoft.com/office/drawing/2014/main" id="{DC2E3E3D-027D-22DE-6B1B-E722113BE557}"/>
              </a:ext>
            </a:extLst>
          </p:cNvPr>
          <p:cNvSpPr txBox="1"/>
          <p:nvPr/>
        </p:nvSpPr>
        <p:spPr>
          <a:xfrm>
            <a:off x="2320552" y="5537330"/>
            <a:ext cx="1895060" cy="369332"/>
          </a:xfrm>
          <a:prstGeom prst="rect">
            <a:avLst/>
          </a:prstGeom>
          <a:noFill/>
        </p:spPr>
        <p:txBody>
          <a:bodyPr wrap="square" rtlCol="0">
            <a:spAutoFit/>
          </a:bodyPr>
          <a:lstStyle/>
          <a:p>
            <a:r>
              <a:rPr lang="en-US" dirty="0"/>
              <a:t>If fees==slot price</a:t>
            </a:r>
          </a:p>
        </p:txBody>
      </p:sp>
      <p:sp>
        <p:nvSpPr>
          <p:cNvPr id="63" name="TextBox 62">
            <a:extLst>
              <a:ext uri="{FF2B5EF4-FFF2-40B4-BE49-F238E27FC236}">
                <a16:creationId xmlns:a16="http://schemas.microsoft.com/office/drawing/2014/main" id="{7444B58D-B813-0C62-A416-01D5E858A6CD}"/>
              </a:ext>
            </a:extLst>
          </p:cNvPr>
          <p:cNvSpPr txBox="1"/>
          <p:nvPr/>
        </p:nvSpPr>
        <p:spPr>
          <a:xfrm>
            <a:off x="8716617" y="5551157"/>
            <a:ext cx="1895060" cy="369332"/>
          </a:xfrm>
          <a:prstGeom prst="rect">
            <a:avLst/>
          </a:prstGeom>
          <a:noFill/>
        </p:spPr>
        <p:txBody>
          <a:bodyPr wrap="square" rtlCol="0">
            <a:spAutoFit/>
          </a:bodyPr>
          <a:lstStyle/>
          <a:p>
            <a:r>
              <a:rPr lang="en-US" dirty="0"/>
              <a:t>If fees!=slot price</a:t>
            </a:r>
          </a:p>
        </p:txBody>
      </p:sp>
    </p:spTree>
    <p:extLst>
      <p:ext uri="{BB962C8B-B14F-4D97-AF65-F5344CB8AC3E}">
        <p14:creationId xmlns:p14="http://schemas.microsoft.com/office/powerpoint/2010/main" val="3687353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321;p54"/>
          <p:cNvSpPr txBox="1">
            <a:spLocks/>
          </p:cNvSpPr>
          <p:nvPr/>
        </p:nvSpPr>
        <p:spPr>
          <a:xfrm>
            <a:off x="4568452" y="-21530"/>
            <a:ext cx="2349183" cy="64453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4000" b="1" dirty="0">
                <a:solidFill>
                  <a:srgbClr val="293242"/>
                </a:solidFill>
                <a:latin typeface="Roboto" panose="02000000000000000000" pitchFamily="2" charset="0"/>
                <a:ea typeface="Roboto" panose="02000000000000000000" pitchFamily="2" charset="0"/>
              </a:rPr>
              <a:t>(Cont.)</a:t>
            </a:r>
          </a:p>
        </p:txBody>
      </p:sp>
      <p:cxnSp>
        <p:nvCxnSpPr>
          <p:cNvPr id="27" name="Straight Arrow Connector 26">
            <a:extLst>
              <a:ext uri="{FF2B5EF4-FFF2-40B4-BE49-F238E27FC236}">
                <a16:creationId xmlns:a16="http://schemas.microsoft.com/office/drawing/2014/main" id="{F7DB5191-BC12-A6C2-4234-7C240BA68FAA}"/>
              </a:ext>
            </a:extLst>
          </p:cNvPr>
          <p:cNvCxnSpPr>
            <a:cxnSpLocks/>
          </p:cNvCxnSpPr>
          <p:nvPr/>
        </p:nvCxnSpPr>
        <p:spPr>
          <a:xfrm>
            <a:off x="5584253" y="1521365"/>
            <a:ext cx="0" cy="396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10DB7930-7B2A-D3D7-3779-8AAE6B8378A5}"/>
              </a:ext>
            </a:extLst>
          </p:cNvPr>
          <p:cNvSpPr/>
          <p:nvPr/>
        </p:nvSpPr>
        <p:spPr>
          <a:xfrm>
            <a:off x="4636723" y="861154"/>
            <a:ext cx="1895060" cy="5963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Check Vehicle</a:t>
            </a:r>
          </a:p>
        </p:txBody>
      </p:sp>
      <p:sp>
        <p:nvSpPr>
          <p:cNvPr id="5" name="Rectangle 4">
            <a:extLst>
              <a:ext uri="{FF2B5EF4-FFF2-40B4-BE49-F238E27FC236}">
                <a16:creationId xmlns:a16="http://schemas.microsoft.com/office/drawing/2014/main" id="{BCEDE90D-D651-7724-C3C0-37BEDF6D4790}"/>
              </a:ext>
            </a:extLst>
          </p:cNvPr>
          <p:cNvSpPr/>
          <p:nvPr/>
        </p:nvSpPr>
        <p:spPr>
          <a:xfrm>
            <a:off x="2870522" y="1917601"/>
            <a:ext cx="5380377" cy="4252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1. Enter Your Name</a:t>
            </a:r>
          </a:p>
        </p:txBody>
      </p:sp>
      <p:sp>
        <p:nvSpPr>
          <p:cNvPr id="7" name="Rectangle 6">
            <a:extLst>
              <a:ext uri="{FF2B5EF4-FFF2-40B4-BE49-F238E27FC236}">
                <a16:creationId xmlns:a16="http://schemas.microsoft.com/office/drawing/2014/main" id="{668188D7-1839-0F54-B8C8-22E2D3FD4AB3}"/>
              </a:ext>
            </a:extLst>
          </p:cNvPr>
          <p:cNvSpPr/>
          <p:nvPr/>
        </p:nvSpPr>
        <p:spPr>
          <a:xfrm>
            <a:off x="2856202" y="2632823"/>
            <a:ext cx="5380367" cy="40096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2. Enter Your Vehicle Number</a:t>
            </a:r>
          </a:p>
        </p:txBody>
      </p:sp>
      <p:sp>
        <p:nvSpPr>
          <p:cNvPr id="9" name="Rectangle 8">
            <a:extLst>
              <a:ext uri="{FF2B5EF4-FFF2-40B4-BE49-F238E27FC236}">
                <a16:creationId xmlns:a16="http://schemas.microsoft.com/office/drawing/2014/main" id="{693FC008-AA8B-BFFE-DB73-D5FC85454687}"/>
              </a:ext>
            </a:extLst>
          </p:cNvPr>
          <p:cNvSpPr/>
          <p:nvPr/>
        </p:nvSpPr>
        <p:spPr>
          <a:xfrm>
            <a:off x="2853244" y="3349839"/>
            <a:ext cx="5374449" cy="400967"/>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3. Enter Date</a:t>
            </a:r>
          </a:p>
        </p:txBody>
      </p:sp>
      <p:cxnSp>
        <p:nvCxnSpPr>
          <p:cNvPr id="26" name="Straight Arrow Connector 25">
            <a:extLst>
              <a:ext uri="{FF2B5EF4-FFF2-40B4-BE49-F238E27FC236}">
                <a16:creationId xmlns:a16="http://schemas.microsoft.com/office/drawing/2014/main" id="{B776947B-E8F5-E7E4-0E64-3C4C0DC35FB6}"/>
              </a:ext>
            </a:extLst>
          </p:cNvPr>
          <p:cNvCxnSpPr>
            <a:cxnSpLocks/>
            <a:stCxn id="5" idx="2"/>
          </p:cNvCxnSpPr>
          <p:nvPr/>
        </p:nvCxnSpPr>
        <p:spPr>
          <a:xfrm>
            <a:off x="5560711" y="2342882"/>
            <a:ext cx="0" cy="2000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51E6CB4A-482C-A32D-7941-0EF735C1CF6A}"/>
              </a:ext>
            </a:extLst>
          </p:cNvPr>
          <p:cNvCxnSpPr>
            <a:cxnSpLocks/>
            <a:stCxn id="7" idx="2"/>
          </p:cNvCxnSpPr>
          <p:nvPr/>
        </p:nvCxnSpPr>
        <p:spPr>
          <a:xfrm flipH="1">
            <a:off x="5540469" y="3033790"/>
            <a:ext cx="5917" cy="2105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Connector: Elbow 50">
            <a:extLst>
              <a:ext uri="{FF2B5EF4-FFF2-40B4-BE49-F238E27FC236}">
                <a16:creationId xmlns:a16="http://schemas.microsoft.com/office/drawing/2014/main" id="{F298FB92-02F3-7B9A-B1AB-C9496F9A2C75}"/>
              </a:ext>
            </a:extLst>
          </p:cNvPr>
          <p:cNvCxnSpPr>
            <a:cxnSpLocks/>
          </p:cNvCxnSpPr>
          <p:nvPr/>
        </p:nvCxnSpPr>
        <p:spPr>
          <a:xfrm>
            <a:off x="8234333" y="3550322"/>
            <a:ext cx="471648" cy="71589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B7B49715-690E-DB9A-A9A5-37FE2125911F}"/>
              </a:ext>
            </a:extLst>
          </p:cNvPr>
          <p:cNvCxnSpPr>
            <a:cxnSpLocks/>
          </p:cNvCxnSpPr>
          <p:nvPr/>
        </p:nvCxnSpPr>
        <p:spPr>
          <a:xfrm rot="10800000" flipV="1">
            <a:off x="2277483" y="3550322"/>
            <a:ext cx="517544" cy="78215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54" name="Rectangle: Rounded Corners 53">
            <a:extLst>
              <a:ext uri="{FF2B5EF4-FFF2-40B4-BE49-F238E27FC236}">
                <a16:creationId xmlns:a16="http://schemas.microsoft.com/office/drawing/2014/main" id="{FA00D89D-4391-2CCD-4D9A-9A559AFCA415}"/>
              </a:ext>
            </a:extLst>
          </p:cNvPr>
          <p:cNvSpPr/>
          <p:nvPr/>
        </p:nvSpPr>
        <p:spPr>
          <a:xfrm>
            <a:off x="4636723" y="6053625"/>
            <a:ext cx="1895060" cy="5963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Menu</a:t>
            </a:r>
          </a:p>
        </p:txBody>
      </p:sp>
      <p:sp>
        <p:nvSpPr>
          <p:cNvPr id="64" name="Rectangle 63">
            <a:extLst>
              <a:ext uri="{FF2B5EF4-FFF2-40B4-BE49-F238E27FC236}">
                <a16:creationId xmlns:a16="http://schemas.microsoft.com/office/drawing/2014/main" id="{EB67771C-2DFB-1679-1EE9-42ADC07C0921}"/>
              </a:ext>
            </a:extLst>
          </p:cNvPr>
          <p:cNvSpPr/>
          <p:nvPr/>
        </p:nvSpPr>
        <p:spPr>
          <a:xfrm>
            <a:off x="0" y="4332479"/>
            <a:ext cx="5208105" cy="4009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Your Vehicle Available here</a:t>
            </a:r>
          </a:p>
        </p:txBody>
      </p:sp>
      <p:sp>
        <p:nvSpPr>
          <p:cNvPr id="65" name="Rectangle 64">
            <a:extLst>
              <a:ext uri="{FF2B5EF4-FFF2-40B4-BE49-F238E27FC236}">
                <a16:creationId xmlns:a16="http://schemas.microsoft.com/office/drawing/2014/main" id="{DE946205-8772-8905-2A3F-910BC170B2EB}"/>
              </a:ext>
            </a:extLst>
          </p:cNvPr>
          <p:cNvSpPr/>
          <p:nvPr/>
        </p:nvSpPr>
        <p:spPr>
          <a:xfrm>
            <a:off x="6632729" y="4266218"/>
            <a:ext cx="5208105" cy="4009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Sorry ! Your vehicle Not available here</a:t>
            </a:r>
          </a:p>
        </p:txBody>
      </p:sp>
      <p:cxnSp>
        <p:nvCxnSpPr>
          <p:cNvPr id="69" name="Connector: Elbow 68">
            <a:extLst>
              <a:ext uri="{FF2B5EF4-FFF2-40B4-BE49-F238E27FC236}">
                <a16:creationId xmlns:a16="http://schemas.microsoft.com/office/drawing/2014/main" id="{2439BC83-77E4-C9EA-D17D-C3EF348C2F05}"/>
              </a:ext>
            </a:extLst>
          </p:cNvPr>
          <p:cNvCxnSpPr>
            <a:cxnSpLocks/>
          </p:cNvCxnSpPr>
          <p:nvPr/>
        </p:nvCxnSpPr>
        <p:spPr>
          <a:xfrm rot="16200000" flipH="1">
            <a:off x="3783161" y="4876702"/>
            <a:ext cx="1206622" cy="1033667"/>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2A2CCFF6-872E-39CF-1A12-7CAC84904FDE}"/>
              </a:ext>
            </a:extLst>
          </p:cNvPr>
          <p:cNvCxnSpPr>
            <a:cxnSpLocks/>
          </p:cNvCxnSpPr>
          <p:nvPr/>
        </p:nvCxnSpPr>
        <p:spPr>
          <a:xfrm rot="5400000">
            <a:off x="6009300" y="4952668"/>
            <a:ext cx="1263400" cy="82495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41EDED07-33EF-9BC0-30FD-5D129795056E}"/>
              </a:ext>
            </a:extLst>
          </p:cNvPr>
          <p:cNvSpPr txBox="1"/>
          <p:nvPr/>
        </p:nvSpPr>
        <p:spPr>
          <a:xfrm>
            <a:off x="2263993" y="3829132"/>
            <a:ext cx="1923694" cy="369332"/>
          </a:xfrm>
          <a:prstGeom prst="rect">
            <a:avLst/>
          </a:prstGeom>
          <a:noFill/>
        </p:spPr>
        <p:txBody>
          <a:bodyPr wrap="square" rtlCol="0">
            <a:spAutoFit/>
          </a:bodyPr>
          <a:lstStyle/>
          <a:p>
            <a:r>
              <a:rPr lang="en-US" dirty="0"/>
              <a:t>If Three are True</a:t>
            </a:r>
          </a:p>
        </p:txBody>
      </p:sp>
      <p:sp>
        <p:nvSpPr>
          <p:cNvPr id="78" name="TextBox 77">
            <a:extLst>
              <a:ext uri="{FF2B5EF4-FFF2-40B4-BE49-F238E27FC236}">
                <a16:creationId xmlns:a16="http://schemas.microsoft.com/office/drawing/2014/main" id="{1B9A80C0-42C8-1B7D-F275-5007264D7EF3}"/>
              </a:ext>
            </a:extLst>
          </p:cNvPr>
          <p:cNvSpPr txBox="1"/>
          <p:nvPr/>
        </p:nvSpPr>
        <p:spPr>
          <a:xfrm>
            <a:off x="8712621" y="3645215"/>
            <a:ext cx="1849362" cy="369332"/>
          </a:xfrm>
          <a:prstGeom prst="rect">
            <a:avLst/>
          </a:prstGeom>
          <a:noFill/>
        </p:spPr>
        <p:txBody>
          <a:bodyPr wrap="square" rtlCol="0">
            <a:spAutoFit/>
          </a:bodyPr>
          <a:lstStyle/>
          <a:p>
            <a:r>
              <a:rPr lang="en-US" dirty="0"/>
              <a:t>If Any one false</a:t>
            </a:r>
          </a:p>
        </p:txBody>
      </p:sp>
    </p:spTree>
    <p:extLst>
      <p:ext uri="{BB962C8B-B14F-4D97-AF65-F5344CB8AC3E}">
        <p14:creationId xmlns:p14="http://schemas.microsoft.com/office/powerpoint/2010/main" val="1809046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321;p54"/>
          <p:cNvSpPr txBox="1">
            <a:spLocks/>
          </p:cNvSpPr>
          <p:nvPr/>
        </p:nvSpPr>
        <p:spPr>
          <a:xfrm>
            <a:off x="4568452" y="-21530"/>
            <a:ext cx="2349183" cy="64453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4000" b="1" dirty="0">
                <a:solidFill>
                  <a:srgbClr val="293242"/>
                </a:solidFill>
                <a:latin typeface="Roboto" panose="02000000000000000000" pitchFamily="2" charset="0"/>
                <a:ea typeface="Roboto" panose="02000000000000000000" pitchFamily="2" charset="0"/>
              </a:rPr>
              <a:t>(Cont.)</a:t>
            </a:r>
          </a:p>
        </p:txBody>
      </p:sp>
      <p:cxnSp>
        <p:nvCxnSpPr>
          <p:cNvPr id="12" name="Straight Connector 11">
            <a:extLst>
              <a:ext uri="{FF2B5EF4-FFF2-40B4-BE49-F238E27FC236}">
                <a16:creationId xmlns:a16="http://schemas.microsoft.com/office/drawing/2014/main" id="{5F691410-81AA-72D2-E3F7-B12AF6BCAAA0}"/>
              </a:ext>
            </a:extLst>
          </p:cNvPr>
          <p:cNvCxnSpPr>
            <a:cxnSpLocks/>
          </p:cNvCxnSpPr>
          <p:nvPr/>
        </p:nvCxnSpPr>
        <p:spPr>
          <a:xfrm>
            <a:off x="357811" y="1773229"/>
            <a:ext cx="110258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390BFEA-B821-2F40-23D0-A57AA1677C02}"/>
              </a:ext>
            </a:extLst>
          </p:cNvPr>
          <p:cNvCxnSpPr>
            <a:cxnSpLocks/>
          </p:cNvCxnSpPr>
          <p:nvPr/>
        </p:nvCxnSpPr>
        <p:spPr>
          <a:xfrm>
            <a:off x="357811" y="1773229"/>
            <a:ext cx="0" cy="612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F468DB1-FCDC-12CE-28E9-A631A61E5A6A}"/>
              </a:ext>
            </a:extLst>
          </p:cNvPr>
          <p:cNvCxnSpPr>
            <a:cxnSpLocks/>
          </p:cNvCxnSpPr>
          <p:nvPr/>
        </p:nvCxnSpPr>
        <p:spPr>
          <a:xfrm>
            <a:off x="11383619" y="1774462"/>
            <a:ext cx="0" cy="610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7DB5191-BC12-A6C2-4234-7C240BA68FAA}"/>
              </a:ext>
            </a:extLst>
          </p:cNvPr>
          <p:cNvCxnSpPr>
            <a:cxnSpLocks/>
          </p:cNvCxnSpPr>
          <p:nvPr/>
        </p:nvCxnSpPr>
        <p:spPr>
          <a:xfrm>
            <a:off x="5353883" y="1351818"/>
            <a:ext cx="0" cy="3962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81DB5736-EB12-D396-387C-E796D48BF679}"/>
              </a:ext>
            </a:extLst>
          </p:cNvPr>
          <p:cNvCxnSpPr>
            <a:cxnSpLocks/>
          </p:cNvCxnSpPr>
          <p:nvPr/>
        </p:nvCxnSpPr>
        <p:spPr>
          <a:xfrm>
            <a:off x="8256812" y="1773229"/>
            <a:ext cx="0" cy="625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4F1A75D-D8CB-8FFB-1231-AA632ED36E03}"/>
              </a:ext>
            </a:extLst>
          </p:cNvPr>
          <p:cNvCxnSpPr>
            <a:cxnSpLocks/>
          </p:cNvCxnSpPr>
          <p:nvPr/>
        </p:nvCxnSpPr>
        <p:spPr>
          <a:xfrm>
            <a:off x="2800946" y="1773229"/>
            <a:ext cx="0" cy="612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10DB7930-7B2A-D3D7-3779-8AAE6B8378A5}"/>
              </a:ext>
            </a:extLst>
          </p:cNvPr>
          <p:cNvSpPr/>
          <p:nvPr/>
        </p:nvSpPr>
        <p:spPr>
          <a:xfrm>
            <a:off x="4535558" y="755470"/>
            <a:ext cx="1895060" cy="5963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Checkout Vehicle</a:t>
            </a:r>
          </a:p>
        </p:txBody>
      </p:sp>
      <p:sp>
        <p:nvSpPr>
          <p:cNvPr id="34" name="Rectangle: Rounded Corners 33">
            <a:extLst>
              <a:ext uri="{FF2B5EF4-FFF2-40B4-BE49-F238E27FC236}">
                <a16:creationId xmlns:a16="http://schemas.microsoft.com/office/drawing/2014/main" id="{CA28D9C4-C505-AE54-F7C2-4AA21ABB1BB1}"/>
              </a:ext>
            </a:extLst>
          </p:cNvPr>
          <p:cNvSpPr/>
          <p:nvPr/>
        </p:nvSpPr>
        <p:spPr>
          <a:xfrm>
            <a:off x="80939" y="2391224"/>
            <a:ext cx="1895060" cy="5963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Bus</a:t>
            </a:r>
          </a:p>
        </p:txBody>
      </p:sp>
      <p:sp>
        <p:nvSpPr>
          <p:cNvPr id="35" name="Rectangle: Rounded Corners 34">
            <a:extLst>
              <a:ext uri="{FF2B5EF4-FFF2-40B4-BE49-F238E27FC236}">
                <a16:creationId xmlns:a16="http://schemas.microsoft.com/office/drawing/2014/main" id="{BF2D1C6F-7FF5-1F83-45FA-B322D2A4E936}"/>
              </a:ext>
            </a:extLst>
          </p:cNvPr>
          <p:cNvSpPr/>
          <p:nvPr/>
        </p:nvSpPr>
        <p:spPr>
          <a:xfrm>
            <a:off x="2260918" y="2393297"/>
            <a:ext cx="1895060" cy="5963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Car</a:t>
            </a:r>
          </a:p>
        </p:txBody>
      </p:sp>
      <p:sp>
        <p:nvSpPr>
          <p:cNvPr id="36" name="Rectangle: Rounded Corners 35">
            <a:extLst>
              <a:ext uri="{FF2B5EF4-FFF2-40B4-BE49-F238E27FC236}">
                <a16:creationId xmlns:a16="http://schemas.microsoft.com/office/drawing/2014/main" id="{20590B57-9BC9-FF53-6F5D-20B07973D6D4}"/>
              </a:ext>
            </a:extLst>
          </p:cNvPr>
          <p:cNvSpPr/>
          <p:nvPr/>
        </p:nvSpPr>
        <p:spPr>
          <a:xfrm>
            <a:off x="7479196" y="2413368"/>
            <a:ext cx="1895060" cy="5963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Auto</a:t>
            </a:r>
          </a:p>
        </p:txBody>
      </p:sp>
      <p:sp>
        <p:nvSpPr>
          <p:cNvPr id="37" name="Rectangle: Rounded Corners 36">
            <a:extLst>
              <a:ext uri="{FF2B5EF4-FFF2-40B4-BE49-F238E27FC236}">
                <a16:creationId xmlns:a16="http://schemas.microsoft.com/office/drawing/2014/main" id="{1C8A175B-BD51-70B4-2300-127DF4808650}"/>
              </a:ext>
            </a:extLst>
          </p:cNvPr>
          <p:cNvSpPr/>
          <p:nvPr/>
        </p:nvSpPr>
        <p:spPr>
          <a:xfrm>
            <a:off x="10161102" y="2376941"/>
            <a:ext cx="1895060" cy="5963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Exit</a:t>
            </a:r>
          </a:p>
        </p:txBody>
      </p:sp>
      <p:sp>
        <p:nvSpPr>
          <p:cNvPr id="5" name="Rectangle 4">
            <a:extLst>
              <a:ext uri="{FF2B5EF4-FFF2-40B4-BE49-F238E27FC236}">
                <a16:creationId xmlns:a16="http://schemas.microsoft.com/office/drawing/2014/main" id="{BCEDE90D-D651-7724-C3C0-37BEDF6D4790}"/>
              </a:ext>
            </a:extLst>
          </p:cNvPr>
          <p:cNvSpPr/>
          <p:nvPr/>
        </p:nvSpPr>
        <p:spPr>
          <a:xfrm>
            <a:off x="2876434" y="3337522"/>
            <a:ext cx="5380377" cy="425281"/>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 Enter Your Slot Number</a:t>
            </a:r>
          </a:p>
        </p:txBody>
      </p:sp>
      <p:cxnSp>
        <p:nvCxnSpPr>
          <p:cNvPr id="13" name="Straight Arrow Connector 12">
            <a:extLst>
              <a:ext uri="{FF2B5EF4-FFF2-40B4-BE49-F238E27FC236}">
                <a16:creationId xmlns:a16="http://schemas.microsoft.com/office/drawing/2014/main" id="{569CDEB9-144E-3AC3-2624-39D5AC84AB62}"/>
              </a:ext>
            </a:extLst>
          </p:cNvPr>
          <p:cNvCxnSpPr/>
          <p:nvPr/>
        </p:nvCxnSpPr>
        <p:spPr>
          <a:xfrm>
            <a:off x="3766940" y="3079681"/>
            <a:ext cx="0" cy="24445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F4FFC4E-3047-457F-7397-1D8198FF518C}"/>
              </a:ext>
            </a:extLst>
          </p:cNvPr>
          <p:cNvCxnSpPr>
            <a:cxnSpLocks/>
          </p:cNvCxnSpPr>
          <p:nvPr/>
        </p:nvCxnSpPr>
        <p:spPr>
          <a:xfrm>
            <a:off x="7769087" y="3034663"/>
            <a:ext cx="0" cy="2894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B847E3A9-BC46-06F3-4F52-BFA2246FA822}"/>
              </a:ext>
            </a:extLst>
          </p:cNvPr>
          <p:cNvCxnSpPr>
            <a:stCxn id="34" idx="2"/>
          </p:cNvCxnSpPr>
          <p:nvPr/>
        </p:nvCxnSpPr>
        <p:spPr>
          <a:xfrm rot="16200000" flipH="1">
            <a:off x="1635232" y="2380809"/>
            <a:ext cx="535758" cy="174928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B7B49715-690E-DB9A-A9A5-37FE2125911F}"/>
              </a:ext>
            </a:extLst>
          </p:cNvPr>
          <p:cNvCxnSpPr>
            <a:cxnSpLocks/>
          </p:cNvCxnSpPr>
          <p:nvPr/>
        </p:nvCxnSpPr>
        <p:spPr>
          <a:xfrm rot="5400000">
            <a:off x="1056363" y="4055543"/>
            <a:ext cx="2216967" cy="1684683"/>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55" name="Rectangle: Rounded Corners 54">
            <a:extLst>
              <a:ext uri="{FF2B5EF4-FFF2-40B4-BE49-F238E27FC236}">
                <a16:creationId xmlns:a16="http://schemas.microsoft.com/office/drawing/2014/main" id="{B3710C73-E452-F5C9-EB55-5F0923EA77F4}"/>
              </a:ext>
            </a:extLst>
          </p:cNvPr>
          <p:cNvSpPr/>
          <p:nvPr/>
        </p:nvSpPr>
        <p:spPr>
          <a:xfrm>
            <a:off x="7362299" y="5999765"/>
            <a:ext cx="3959085" cy="596345"/>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Slot Number empty</a:t>
            </a:r>
          </a:p>
        </p:txBody>
      </p:sp>
      <p:sp>
        <p:nvSpPr>
          <p:cNvPr id="56" name="TextBox 55">
            <a:extLst>
              <a:ext uri="{FF2B5EF4-FFF2-40B4-BE49-F238E27FC236}">
                <a16:creationId xmlns:a16="http://schemas.microsoft.com/office/drawing/2014/main" id="{B581F918-9DAF-4E15-D7BD-A4B40468DB3E}"/>
              </a:ext>
            </a:extLst>
          </p:cNvPr>
          <p:cNvSpPr txBox="1"/>
          <p:nvPr/>
        </p:nvSpPr>
        <p:spPr>
          <a:xfrm>
            <a:off x="329415" y="1840287"/>
            <a:ext cx="914400" cy="369332"/>
          </a:xfrm>
          <a:prstGeom prst="rect">
            <a:avLst/>
          </a:prstGeom>
          <a:noFill/>
        </p:spPr>
        <p:txBody>
          <a:bodyPr wrap="square" rtlCol="0">
            <a:spAutoFit/>
          </a:bodyPr>
          <a:lstStyle/>
          <a:p>
            <a:r>
              <a:rPr lang="en-US" dirty="0"/>
              <a:t>For 1</a:t>
            </a:r>
          </a:p>
        </p:txBody>
      </p:sp>
      <p:sp>
        <p:nvSpPr>
          <p:cNvPr id="57" name="TextBox 56">
            <a:extLst>
              <a:ext uri="{FF2B5EF4-FFF2-40B4-BE49-F238E27FC236}">
                <a16:creationId xmlns:a16="http://schemas.microsoft.com/office/drawing/2014/main" id="{C2CCA4F9-15A7-573F-BC34-00C7B664CA1F}"/>
              </a:ext>
            </a:extLst>
          </p:cNvPr>
          <p:cNvSpPr txBox="1"/>
          <p:nvPr/>
        </p:nvSpPr>
        <p:spPr>
          <a:xfrm>
            <a:off x="2865792" y="1936441"/>
            <a:ext cx="914400" cy="369332"/>
          </a:xfrm>
          <a:prstGeom prst="rect">
            <a:avLst/>
          </a:prstGeom>
          <a:noFill/>
        </p:spPr>
        <p:txBody>
          <a:bodyPr wrap="square" rtlCol="0">
            <a:spAutoFit/>
          </a:bodyPr>
          <a:lstStyle/>
          <a:p>
            <a:r>
              <a:rPr lang="en-US" dirty="0"/>
              <a:t>For 2</a:t>
            </a:r>
          </a:p>
        </p:txBody>
      </p:sp>
      <p:sp>
        <p:nvSpPr>
          <p:cNvPr id="58" name="TextBox 57">
            <a:extLst>
              <a:ext uri="{FF2B5EF4-FFF2-40B4-BE49-F238E27FC236}">
                <a16:creationId xmlns:a16="http://schemas.microsoft.com/office/drawing/2014/main" id="{7DCFCE9E-84E2-CA2C-9935-BB96382F650B}"/>
              </a:ext>
            </a:extLst>
          </p:cNvPr>
          <p:cNvSpPr txBox="1"/>
          <p:nvPr/>
        </p:nvSpPr>
        <p:spPr>
          <a:xfrm>
            <a:off x="8459856" y="1888220"/>
            <a:ext cx="914400" cy="369332"/>
          </a:xfrm>
          <a:prstGeom prst="rect">
            <a:avLst/>
          </a:prstGeom>
          <a:noFill/>
        </p:spPr>
        <p:txBody>
          <a:bodyPr wrap="square" rtlCol="0">
            <a:spAutoFit/>
          </a:bodyPr>
          <a:lstStyle/>
          <a:p>
            <a:r>
              <a:rPr lang="en-US" dirty="0"/>
              <a:t>For 4</a:t>
            </a:r>
          </a:p>
        </p:txBody>
      </p:sp>
      <p:sp>
        <p:nvSpPr>
          <p:cNvPr id="59" name="TextBox 58">
            <a:extLst>
              <a:ext uri="{FF2B5EF4-FFF2-40B4-BE49-F238E27FC236}">
                <a16:creationId xmlns:a16="http://schemas.microsoft.com/office/drawing/2014/main" id="{DD156812-7D01-E059-5088-C6D0726676A1}"/>
              </a:ext>
            </a:extLst>
          </p:cNvPr>
          <p:cNvSpPr txBox="1"/>
          <p:nvPr/>
        </p:nvSpPr>
        <p:spPr>
          <a:xfrm>
            <a:off x="11321384" y="1847791"/>
            <a:ext cx="914400" cy="369332"/>
          </a:xfrm>
          <a:prstGeom prst="rect">
            <a:avLst/>
          </a:prstGeom>
          <a:noFill/>
        </p:spPr>
        <p:txBody>
          <a:bodyPr wrap="square" rtlCol="0">
            <a:spAutoFit/>
          </a:bodyPr>
          <a:lstStyle/>
          <a:p>
            <a:r>
              <a:rPr lang="en-US" dirty="0"/>
              <a:t>For 5</a:t>
            </a:r>
          </a:p>
        </p:txBody>
      </p:sp>
      <p:sp>
        <p:nvSpPr>
          <p:cNvPr id="60" name="TextBox 59">
            <a:extLst>
              <a:ext uri="{FF2B5EF4-FFF2-40B4-BE49-F238E27FC236}">
                <a16:creationId xmlns:a16="http://schemas.microsoft.com/office/drawing/2014/main" id="{DC2E3E3D-027D-22DE-6B1B-E722113BE557}"/>
              </a:ext>
            </a:extLst>
          </p:cNvPr>
          <p:cNvSpPr txBox="1"/>
          <p:nvPr/>
        </p:nvSpPr>
        <p:spPr>
          <a:xfrm>
            <a:off x="1322505" y="5287339"/>
            <a:ext cx="755006" cy="369332"/>
          </a:xfrm>
          <a:prstGeom prst="rect">
            <a:avLst/>
          </a:prstGeom>
          <a:noFill/>
        </p:spPr>
        <p:txBody>
          <a:bodyPr wrap="square" rtlCol="0">
            <a:spAutoFit/>
          </a:bodyPr>
          <a:lstStyle/>
          <a:p>
            <a:r>
              <a:rPr lang="en-US" dirty="0"/>
              <a:t>If yes </a:t>
            </a:r>
          </a:p>
        </p:txBody>
      </p:sp>
      <p:sp>
        <p:nvSpPr>
          <p:cNvPr id="2" name="Rectangle: Rounded Corners 1">
            <a:extLst>
              <a:ext uri="{FF2B5EF4-FFF2-40B4-BE49-F238E27FC236}">
                <a16:creationId xmlns:a16="http://schemas.microsoft.com/office/drawing/2014/main" id="{BD0C28A4-8F4B-22B0-CF8A-7B0078AA134C}"/>
              </a:ext>
            </a:extLst>
          </p:cNvPr>
          <p:cNvSpPr/>
          <p:nvPr/>
        </p:nvSpPr>
        <p:spPr>
          <a:xfrm>
            <a:off x="4704052" y="2362319"/>
            <a:ext cx="1895060" cy="596348"/>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Bike</a:t>
            </a:r>
          </a:p>
        </p:txBody>
      </p:sp>
      <p:cxnSp>
        <p:nvCxnSpPr>
          <p:cNvPr id="3" name="Straight Arrow Connector 2">
            <a:extLst>
              <a:ext uri="{FF2B5EF4-FFF2-40B4-BE49-F238E27FC236}">
                <a16:creationId xmlns:a16="http://schemas.microsoft.com/office/drawing/2014/main" id="{BD400885-0682-7919-F731-43B6185319E3}"/>
              </a:ext>
            </a:extLst>
          </p:cNvPr>
          <p:cNvCxnSpPr>
            <a:cxnSpLocks/>
          </p:cNvCxnSpPr>
          <p:nvPr/>
        </p:nvCxnSpPr>
        <p:spPr>
          <a:xfrm>
            <a:off x="5507704" y="1779653"/>
            <a:ext cx="0" cy="5826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Rounded Corners 5">
            <a:extLst>
              <a:ext uri="{FF2B5EF4-FFF2-40B4-BE49-F238E27FC236}">
                <a16:creationId xmlns:a16="http://schemas.microsoft.com/office/drawing/2014/main" id="{EA88D8CA-9098-9203-8CC6-33B3B758C358}"/>
              </a:ext>
            </a:extLst>
          </p:cNvPr>
          <p:cNvSpPr/>
          <p:nvPr/>
        </p:nvSpPr>
        <p:spPr>
          <a:xfrm>
            <a:off x="10238016" y="3810270"/>
            <a:ext cx="1895060" cy="5963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Menu</a:t>
            </a:r>
          </a:p>
        </p:txBody>
      </p:sp>
      <p:sp>
        <p:nvSpPr>
          <p:cNvPr id="10" name="TextBox 9">
            <a:extLst>
              <a:ext uri="{FF2B5EF4-FFF2-40B4-BE49-F238E27FC236}">
                <a16:creationId xmlns:a16="http://schemas.microsoft.com/office/drawing/2014/main" id="{BC295FF2-5FC1-CA73-9051-47A39868C3C6}"/>
              </a:ext>
            </a:extLst>
          </p:cNvPr>
          <p:cNvSpPr txBox="1"/>
          <p:nvPr/>
        </p:nvSpPr>
        <p:spPr>
          <a:xfrm>
            <a:off x="5470553" y="1857366"/>
            <a:ext cx="914400" cy="369332"/>
          </a:xfrm>
          <a:prstGeom prst="rect">
            <a:avLst/>
          </a:prstGeom>
          <a:noFill/>
        </p:spPr>
        <p:txBody>
          <a:bodyPr wrap="square" rtlCol="0">
            <a:spAutoFit/>
          </a:bodyPr>
          <a:lstStyle/>
          <a:p>
            <a:r>
              <a:rPr lang="en-US" dirty="0"/>
              <a:t>For 4</a:t>
            </a:r>
          </a:p>
        </p:txBody>
      </p:sp>
      <p:cxnSp>
        <p:nvCxnSpPr>
          <p:cNvPr id="14" name="Straight Arrow Connector 13">
            <a:extLst>
              <a:ext uri="{FF2B5EF4-FFF2-40B4-BE49-F238E27FC236}">
                <a16:creationId xmlns:a16="http://schemas.microsoft.com/office/drawing/2014/main" id="{F350035E-C3A3-1C80-44A4-6A89DCD9465D}"/>
              </a:ext>
            </a:extLst>
          </p:cNvPr>
          <p:cNvCxnSpPr>
            <a:endCxn id="6" idx="0"/>
          </p:cNvCxnSpPr>
          <p:nvPr/>
        </p:nvCxnSpPr>
        <p:spPr>
          <a:xfrm>
            <a:off x="11108632" y="3079681"/>
            <a:ext cx="0" cy="6831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59440627-7C4F-F380-AB86-D853302FDCE8}"/>
              </a:ext>
            </a:extLst>
          </p:cNvPr>
          <p:cNvCxnSpPr>
            <a:cxnSpLocks/>
          </p:cNvCxnSpPr>
          <p:nvPr/>
        </p:nvCxnSpPr>
        <p:spPr>
          <a:xfrm rot="16200000" flipH="1">
            <a:off x="7576722" y="4221512"/>
            <a:ext cx="2096392" cy="1297056"/>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65C80854-45B4-D016-DAAF-8F5DC2A40E5B}"/>
              </a:ext>
            </a:extLst>
          </p:cNvPr>
          <p:cNvSpPr/>
          <p:nvPr/>
        </p:nvSpPr>
        <p:spPr>
          <a:xfrm>
            <a:off x="84261" y="6032966"/>
            <a:ext cx="3959085" cy="596345"/>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a:t>Vehicle Checkout Successfully</a:t>
            </a:r>
          </a:p>
        </p:txBody>
      </p:sp>
      <p:sp>
        <p:nvSpPr>
          <p:cNvPr id="33" name="Rectangle: Rounded Corners 32">
            <a:extLst>
              <a:ext uri="{FF2B5EF4-FFF2-40B4-BE49-F238E27FC236}">
                <a16:creationId xmlns:a16="http://schemas.microsoft.com/office/drawing/2014/main" id="{F7A44587-17E7-8112-8CB8-CF20ED644B4B}"/>
              </a:ext>
            </a:extLst>
          </p:cNvPr>
          <p:cNvSpPr/>
          <p:nvPr/>
        </p:nvSpPr>
        <p:spPr>
          <a:xfrm>
            <a:off x="4795513" y="6032963"/>
            <a:ext cx="1895060" cy="59634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Menu</a:t>
            </a:r>
          </a:p>
        </p:txBody>
      </p:sp>
      <p:sp>
        <p:nvSpPr>
          <p:cNvPr id="38" name="TextBox 37">
            <a:extLst>
              <a:ext uri="{FF2B5EF4-FFF2-40B4-BE49-F238E27FC236}">
                <a16:creationId xmlns:a16="http://schemas.microsoft.com/office/drawing/2014/main" id="{0CAB5E9F-591B-3F0B-8CED-9BB776F0368E}"/>
              </a:ext>
            </a:extLst>
          </p:cNvPr>
          <p:cNvSpPr txBox="1"/>
          <p:nvPr/>
        </p:nvSpPr>
        <p:spPr>
          <a:xfrm>
            <a:off x="8583755" y="5102673"/>
            <a:ext cx="755006" cy="369332"/>
          </a:xfrm>
          <a:prstGeom prst="rect">
            <a:avLst/>
          </a:prstGeom>
          <a:noFill/>
        </p:spPr>
        <p:txBody>
          <a:bodyPr wrap="square" rtlCol="0">
            <a:spAutoFit/>
          </a:bodyPr>
          <a:lstStyle/>
          <a:p>
            <a:r>
              <a:rPr lang="en-US" dirty="0"/>
              <a:t>If no </a:t>
            </a:r>
          </a:p>
        </p:txBody>
      </p:sp>
      <p:cxnSp>
        <p:nvCxnSpPr>
          <p:cNvPr id="40" name="Straight Arrow Connector 39">
            <a:extLst>
              <a:ext uri="{FF2B5EF4-FFF2-40B4-BE49-F238E27FC236}">
                <a16:creationId xmlns:a16="http://schemas.microsoft.com/office/drawing/2014/main" id="{274360D4-61BE-6424-B74D-C8FB5D2365F7}"/>
              </a:ext>
            </a:extLst>
          </p:cNvPr>
          <p:cNvCxnSpPr/>
          <p:nvPr/>
        </p:nvCxnSpPr>
        <p:spPr>
          <a:xfrm>
            <a:off x="4155978" y="6331137"/>
            <a:ext cx="54807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51E6BE0B-55E6-27C2-A919-70BEF38E9F5E}"/>
              </a:ext>
            </a:extLst>
          </p:cNvPr>
          <p:cNvCxnSpPr>
            <a:cxnSpLocks/>
          </p:cNvCxnSpPr>
          <p:nvPr/>
        </p:nvCxnSpPr>
        <p:spPr>
          <a:xfrm flipH="1">
            <a:off x="6798365" y="6331137"/>
            <a:ext cx="5639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9880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Oval 1"/>
          <p:cNvSpPr/>
          <p:nvPr/>
        </p:nvSpPr>
        <p:spPr>
          <a:xfrm rot="1800000">
            <a:off x="10368628" y="5223460"/>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B3A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1"/>
          <p:cNvSpPr/>
          <p:nvPr/>
        </p:nvSpPr>
        <p:spPr>
          <a:xfrm rot="19800000">
            <a:off x="-568487" y="978061"/>
            <a:ext cx="1512485" cy="15803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A4A3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p:cNvSpPr/>
          <p:nvPr/>
        </p:nvSpPr>
        <p:spPr>
          <a:xfrm rot="1800000">
            <a:off x="-135530" y="2636177"/>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9DA2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1"/>
          <p:cNvSpPr/>
          <p:nvPr/>
        </p:nvSpPr>
        <p:spPr>
          <a:xfrm rot="1800000">
            <a:off x="-647290" y="1893041"/>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1"/>
          <p:cNvSpPr/>
          <p:nvPr/>
        </p:nvSpPr>
        <p:spPr>
          <a:xfrm rot="16016294">
            <a:off x="-515378" y="2130075"/>
            <a:ext cx="1242317" cy="13285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1321;p54"/>
          <p:cNvSpPr txBox="1">
            <a:spLocks/>
          </p:cNvSpPr>
          <p:nvPr/>
        </p:nvSpPr>
        <p:spPr>
          <a:xfrm>
            <a:off x="3819533" y="277950"/>
            <a:ext cx="5432851"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4000" b="1" dirty="0">
                <a:solidFill>
                  <a:srgbClr val="293242"/>
                </a:solidFill>
                <a:latin typeface="Roboto" panose="02000000000000000000" pitchFamily="2" charset="0"/>
                <a:ea typeface="Roboto" panose="02000000000000000000" pitchFamily="2" charset="0"/>
              </a:rPr>
              <a:t>TOOLS/PLATFORM</a:t>
            </a:r>
          </a:p>
        </p:txBody>
      </p:sp>
      <p:sp>
        <p:nvSpPr>
          <p:cNvPr id="23" name="Oval 1"/>
          <p:cNvSpPr/>
          <p:nvPr/>
        </p:nvSpPr>
        <p:spPr>
          <a:xfrm rot="18000000">
            <a:off x="10764465" y="128237"/>
            <a:ext cx="1512485" cy="15803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A4A3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1"/>
          <p:cNvSpPr/>
          <p:nvPr/>
        </p:nvSpPr>
        <p:spPr>
          <a:xfrm rot="18000000">
            <a:off x="10222413" y="-45326"/>
            <a:ext cx="1512485" cy="15803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1"/>
          <p:cNvSpPr/>
          <p:nvPr/>
        </p:nvSpPr>
        <p:spPr>
          <a:xfrm rot="18000000">
            <a:off x="10304241" y="-15545"/>
            <a:ext cx="1292762" cy="1442827"/>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1"/>
          <p:cNvSpPr/>
          <p:nvPr/>
        </p:nvSpPr>
        <p:spPr>
          <a:xfrm rot="1800000">
            <a:off x="-607867" y="-493033"/>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1"/>
          <p:cNvSpPr/>
          <p:nvPr/>
        </p:nvSpPr>
        <p:spPr>
          <a:xfrm>
            <a:off x="11128910" y="1877906"/>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9DA2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1"/>
          <p:cNvSpPr/>
          <p:nvPr/>
        </p:nvSpPr>
        <p:spPr>
          <a:xfrm rot="18000000">
            <a:off x="11507129" y="1190999"/>
            <a:ext cx="1512485" cy="15803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6"/>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11126310" y="3977944"/>
            <a:ext cx="1061827" cy="3010334"/>
          </a:xfrm>
          <a:prstGeom prst="rect">
            <a:avLst/>
          </a:prstGeom>
        </p:spPr>
      </p:pic>
      <p:sp>
        <p:nvSpPr>
          <p:cNvPr id="3" name="Google Shape;1320;p54">
            <a:extLst>
              <a:ext uri="{FF2B5EF4-FFF2-40B4-BE49-F238E27FC236}">
                <a16:creationId xmlns:a16="http://schemas.microsoft.com/office/drawing/2014/main" id="{ACF45734-0EF2-1965-15E8-216EA609162B}"/>
              </a:ext>
            </a:extLst>
          </p:cNvPr>
          <p:cNvSpPr txBox="1">
            <a:spLocks/>
          </p:cNvSpPr>
          <p:nvPr/>
        </p:nvSpPr>
        <p:spPr>
          <a:xfrm>
            <a:off x="1624005" y="1838015"/>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01</a:t>
            </a:r>
          </a:p>
        </p:txBody>
      </p:sp>
      <p:sp>
        <p:nvSpPr>
          <p:cNvPr id="4" name="Google Shape;1320;p54">
            <a:extLst>
              <a:ext uri="{FF2B5EF4-FFF2-40B4-BE49-F238E27FC236}">
                <a16:creationId xmlns:a16="http://schemas.microsoft.com/office/drawing/2014/main" id="{86E0C1A3-2FDB-A2F7-98CD-C574584E2369}"/>
              </a:ext>
            </a:extLst>
          </p:cNvPr>
          <p:cNvSpPr txBox="1">
            <a:spLocks/>
          </p:cNvSpPr>
          <p:nvPr/>
        </p:nvSpPr>
        <p:spPr>
          <a:xfrm>
            <a:off x="1639112" y="3048083"/>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03</a:t>
            </a:r>
          </a:p>
        </p:txBody>
      </p:sp>
      <p:sp>
        <p:nvSpPr>
          <p:cNvPr id="5" name="Google Shape;1320;p54">
            <a:extLst>
              <a:ext uri="{FF2B5EF4-FFF2-40B4-BE49-F238E27FC236}">
                <a16:creationId xmlns:a16="http://schemas.microsoft.com/office/drawing/2014/main" id="{E42AF269-DF15-E29F-CD87-6E6396085B73}"/>
              </a:ext>
            </a:extLst>
          </p:cNvPr>
          <p:cNvSpPr txBox="1">
            <a:spLocks/>
          </p:cNvSpPr>
          <p:nvPr/>
        </p:nvSpPr>
        <p:spPr>
          <a:xfrm>
            <a:off x="5994718" y="1768248"/>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02</a:t>
            </a:r>
          </a:p>
        </p:txBody>
      </p:sp>
      <p:sp>
        <p:nvSpPr>
          <p:cNvPr id="12" name="Google Shape;1320;p54">
            <a:extLst>
              <a:ext uri="{FF2B5EF4-FFF2-40B4-BE49-F238E27FC236}">
                <a16:creationId xmlns:a16="http://schemas.microsoft.com/office/drawing/2014/main" id="{F615466A-56D4-11AD-4A36-5DFFF7F4E245}"/>
              </a:ext>
            </a:extLst>
          </p:cNvPr>
          <p:cNvSpPr txBox="1">
            <a:spLocks/>
          </p:cNvSpPr>
          <p:nvPr/>
        </p:nvSpPr>
        <p:spPr>
          <a:xfrm>
            <a:off x="6098046" y="3031205"/>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04</a:t>
            </a:r>
          </a:p>
        </p:txBody>
      </p:sp>
      <p:sp>
        <p:nvSpPr>
          <p:cNvPr id="15" name="Google Shape;1321;p54">
            <a:extLst>
              <a:ext uri="{FF2B5EF4-FFF2-40B4-BE49-F238E27FC236}">
                <a16:creationId xmlns:a16="http://schemas.microsoft.com/office/drawing/2014/main" id="{C17B1BDE-5A8D-ACE3-F1D1-2D0A8801D714}"/>
              </a:ext>
            </a:extLst>
          </p:cNvPr>
          <p:cNvSpPr txBox="1">
            <a:spLocks/>
          </p:cNvSpPr>
          <p:nvPr/>
        </p:nvSpPr>
        <p:spPr>
          <a:xfrm>
            <a:off x="2612724" y="2979398"/>
            <a:ext cx="4238587"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Code blocks</a:t>
            </a:r>
          </a:p>
        </p:txBody>
      </p:sp>
      <p:sp>
        <p:nvSpPr>
          <p:cNvPr id="16" name="Google Shape;1321;p54">
            <a:extLst>
              <a:ext uri="{FF2B5EF4-FFF2-40B4-BE49-F238E27FC236}">
                <a16:creationId xmlns:a16="http://schemas.microsoft.com/office/drawing/2014/main" id="{67C72E63-987E-8C71-C035-FAC4FE793AA8}"/>
              </a:ext>
            </a:extLst>
          </p:cNvPr>
          <p:cNvSpPr txBox="1">
            <a:spLocks/>
          </p:cNvSpPr>
          <p:nvPr/>
        </p:nvSpPr>
        <p:spPr>
          <a:xfrm>
            <a:off x="7012990" y="1716895"/>
            <a:ext cx="3580376"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Windows 11 </a:t>
            </a:r>
          </a:p>
        </p:txBody>
      </p:sp>
      <p:sp>
        <p:nvSpPr>
          <p:cNvPr id="17" name="Google Shape;1321;p54">
            <a:extLst>
              <a:ext uri="{FF2B5EF4-FFF2-40B4-BE49-F238E27FC236}">
                <a16:creationId xmlns:a16="http://schemas.microsoft.com/office/drawing/2014/main" id="{90A23931-1A3D-6085-9D98-FB0A7AF688CD}"/>
              </a:ext>
            </a:extLst>
          </p:cNvPr>
          <p:cNvSpPr txBox="1">
            <a:spLocks/>
          </p:cNvSpPr>
          <p:nvPr/>
        </p:nvSpPr>
        <p:spPr>
          <a:xfrm>
            <a:off x="2679728" y="1706555"/>
            <a:ext cx="4333262"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Laptop</a:t>
            </a:r>
          </a:p>
        </p:txBody>
      </p:sp>
      <p:sp>
        <p:nvSpPr>
          <p:cNvPr id="18" name="Google Shape;1321;p54">
            <a:extLst>
              <a:ext uri="{FF2B5EF4-FFF2-40B4-BE49-F238E27FC236}">
                <a16:creationId xmlns:a16="http://schemas.microsoft.com/office/drawing/2014/main" id="{D43E5725-98BF-2383-FDAD-46A6F6F5064D}"/>
              </a:ext>
            </a:extLst>
          </p:cNvPr>
          <p:cNvSpPr txBox="1">
            <a:spLocks/>
          </p:cNvSpPr>
          <p:nvPr/>
        </p:nvSpPr>
        <p:spPr>
          <a:xfrm>
            <a:off x="7050927" y="2969986"/>
            <a:ext cx="3752079"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‘C’ Language</a:t>
            </a:r>
          </a:p>
        </p:txBody>
      </p:sp>
      <p:pic>
        <p:nvPicPr>
          <p:cNvPr id="29" name="Picture 28">
            <a:extLst>
              <a:ext uri="{FF2B5EF4-FFF2-40B4-BE49-F238E27FC236}">
                <a16:creationId xmlns:a16="http://schemas.microsoft.com/office/drawing/2014/main" id="{0E695FD0-8FF2-7E7B-C99D-6343AF643E1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7918" y="4704054"/>
            <a:ext cx="2161697" cy="1544738"/>
          </a:xfrm>
          <a:prstGeom prst="rect">
            <a:avLst/>
          </a:prstGeom>
        </p:spPr>
      </p:pic>
      <p:pic>
        <p:nvPicPr>
          <p:cNvPr id="36" name="Picture 35">
            <a:extLst>
              <a:ext uri="{FF2B5EF4-FFF2-40B4-BE49-F238E27FC236}">
                <a16:creationId xmlns:a16="http://schemas.microsoft.com/office/drawing/2014/main" id="{516DF5BB-362A-AC03-27AA-E0075A95840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294644" y="4704054"/>
            <a:ext cx="2562104" cy="1559564"/>
          </a:xfrm>
          <a:prstGeom prst="rect">
            <a:avLst/>
          </a:prstGeom>
        </p:spPr>
      </p:pic>
      <p:pic>
        <p:nvPicPr>
          <p:cNvPr id="38" name="Picture 37">
            <a:extLst>
              <a:ext uri="{FF2B5EF4-FFF2-40B4-BE49-F238E27FC236}">
                <a16:creationId xmlns:a16="http://schemas.microsoft.com/office/drawing/2014/main" id="{77A32380-4808-EC6B-FC8B-8D0AAC0108D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58773" y="4723324"/>
            <a:ext cx="2161697" cy="1417368"/>
          </a:xfrm>
          <a:prstGeom prst="rect">
            <a:avLst/>
          </a:prstGeom>
        </p:spPr>
      </p:pic>
      <p:pic>
        <p:nvPicPr>
          <p:cNvPr id="40" name="Picture 39">
            <a:extLst>
              <a:ext uri="{FF2B5EF4-FFF2-40B4-BE49-F238E27FC236}">
                <a16:creationId xmlns:a16="http://schemas.microsoft.com/office/drawing/2014/main" id="{54F4A131-F33C-ED97-E0BC-E8E7408B449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497760" y="4823791"/>
            <a:ext cx="2267309" cy="1460246"/>
          </a:xfrm>
          <a:prstGeom prst="rect">
            <a:avLst/>
          </a:prstGeom>
        </p:spPr>
      </p:pic>
    </p:spTree>
    <p:extLst>
      <p:ext uri="{BB962C8B-B14F-4D97-AF65-F5344CB8AC3E}">
        <p14:creationId xmlns:p14="http://schemas.microsoft.com/office/powerpoint/2010/main" val="661165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anim calcmode="lin" valueType="num">
                                      <p:cBhvr additive="base">
                                        <p:cTn id="11" dur="500" fill="hold"/>
                                        <p:tgtEl>
                                          <p:spTgt spid="17"/>
                                        </p:tgtEl>
                                        <p:attrNameLst>
                                          <p:attrName>ppt_x</p:attrName>
                                        </p:attrNameLst>
                                      </p:cBhvr>
                                      <p:tavLst>
                                        <p:tav tm="0">
                                          <p:val>
                                            <p:strVal val="#ppt_x"/>
                                          </p:val>
                                        </p:tav>
                                        <p:tav tm="100000">
                                          <p:val>
                                            <p:strVal val="#ppt_x"/>
                                          </p:val>
                                        </p:tav>
                                      </p:tavLst>
                                    </p:anim>
                                    <p:anim calcmode="lin" valueType="num">
                                      <p:cBhvr additive="base">
                                        <p:cTn id="12" dur="500" fill="hold"/>
                                        <p:tgtEl>
                                          <p:spTgt spid="17"/>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fill="hold"/>
                                        <p:tgtEl>
                                          <p:spTgt spid="29"/>
                                        </p:tgtEl>
                                        <p:attrNameLst>
                                          <p:attrName>ppt_x</p:attrName>
                                        </p:attrNameLst>
                                      </p:cBhvr>
                                      <p:tavLst>
                                        <p:tav tm="0">
                                          <p:val>
                                            <p:strVal val="#ppt_x"/>
                                          </p:val>
                                        </p:tav>
                                        <p:tav tm="100000">
                                          <p:val>
                                            <p:strVal val="#ppt_x"/>
                                          </p:val>
                                        </p:tav>
                                      </p:tavLst>
                                    </p:anim>
                                    <p:anim calcmode="lin" valueType="num">
                                      <p:cBhvr additive="base">
                                        <p:cTn id="16"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6"/>
                                        </p:tgtEl>
                                        <p:attrNameLst>
                                          <p:attrName>style.visibility</p:attrName>
                                        </p:attrNameLst>
                                      </p:cBhvr>
                                      <p:to>
                                        <p:strVal val="visible"/>
                                      </p:to>
                                    </p:set>
                                    <p:animEffect transition="in" filter="fade">
                                      <p:cBhvr>
                                        <p:cTn id="29" dur="1000"/>
                                        <p:tgtEl>
                                          <p:spTgt spid="36"/>
                                        </p:tgtEl>
                                      </p:cBhvr>
                                    </p:animEffect>
                                    <p:anim calcmode="lin" valueType="num">
                                      <p:cBhvr>
                                        <p:cTn id="30" dur="1000" fill="hold"/>
                                        <p:tgtEl>
                                          <p:spTgt spid="36"/>
                                        </p:tgtEl>
                                        <p:attrNameLst>
                                          <p:attrName>ppt_x</p:attrName>
                                        </p:attrNameLst>
                                      </p:cBhvr>
                                      <p:tavLst>
                                        <p:tav tm="0">
                                          <p:val>
                                            <p:strVal val="#ppt_x"/>
                                          </p:val>
                                        </p:tav>
                                        <p:tav tm="100000">
                                          <p:val>
                                            <p:strVal val="#ppt_x"/>
                                          </p:val>
                                        </p:tav>
                                      </p:tavLst>
                                    </p:anim>
                                    <p:anim calcmode="lin" valueType="num">
                                      <p:cBhvr>
                                        <p:cTn id="31"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 calcmode="lin" valueType="num">
                                      <p:cBhvr additive="base">
                                        <p:cTn id="36" dur="500" fill="hold"/>
                                        <p:tgtEl>
                                          <p:spTgt spid="4"/>
                                        </p:tgtEl>
                                        <p:attrNameLst>
                                          <p:attrName>ppt_x</p:attrName>
                                        </p:attrNameLst>
                                      </p:cBhvr>
                                      <p:tavLst>
                                        <p:tav tm="0">
                                          <p:val>
                                            <p:strVal val="#ppt_x"/>
                                          </p:val>
                                        </p:tav>
                                        <p:tav tm="100000">
                                          <p:val>
                                            <p:strVal val="#ppt_x"/>
                                          </p:val>
                                        </p:tav>
                                      </p:tavLst>
                                    </p:anim>
                                    <p:anim calcmode="lin" valueType="num">
                                      <p:cBhvr additive="base">
                                        <p:cTn id="37" dur="500" fill="hold"/>
                                        <p:tgtEl>
                                          <p:spTgt spid="4"/>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ppt_x"/>
                                          </p:val>
                                        </p:tav>
                                        <p:tav tm="100000">
                                          <p:val>
                                            <p:strVal val="#ppt_x"/>
                                          </p:val>
                                        </p:tav>
                                      </p:tavLst>
                                    </p:anim>
                                    <p:anim calcmode="lin" valueType="num">
                                      <p:cBhvr additive="base">
                                        <p:cTn id="41" dur="500" fill="hold"/>
                                        <p:tgtEl>
                                          <p:spTgt spid="15"/>
                                        </p:tgtEl>
                                        <p:attrNameLst>
                                          <p:attrName>ppt_y</p:attrName>
                                        </p:attrNameLst>
                                      </p:cBhvr>
                                      <p:tavLst>
                                        <p:tav tm="0">
                                          <p:val>
                                            <p:strVal val="1+#ppt_h/2"/>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fade">
                                      <p:cBhvr>
                                        <p:cTn id="44" dur="1000"/>
                                        <p:tgtEl>
                                          <p:spTgt spid="38"/>
                                        </p:tgtEl>
                                      </p:cBhvr>
                                    </p:animEffect>
                                    <p:anim calcmode="lin" valueType="num">
                                      <p:cBhvr>
                                        <p:cTn id="45" dur="1000" fill="hold"/>
                                        <p:tgtEl>
                                          <p:spTgt spid="38"/>
                                        </p:tgtEl>
                                        <p:attrNameLst>
                                          <p:attrName>ppt_x</p:attrName>
                                        </p:attrNameLst>
                                      </p:cBhvr>
                                      <p:tavLst>
                                        <p:tav tm="0">
                                          <p:val>
                                            <p:strVal val="#ppt_x"/>
                                          </p:val>
                                        </p:tav>
                                        <p:tav tm="100000">
                                          <p:val>
                                            <p:strVal val="#ppt_x"/>
                                          </p:val>
                                        </p:tav>
                                      </p:tavLst>
                                    </p:anim>
                                    <p:anim calcmode="lin" valueType="num">
                                      <p:cBhvr>
                                        <p:cTn id="46"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 calcmode="lin" valueType="num">
                                      <p:cBhvr additive="base">
                                        <p:cTn id="51" dur="500" fill="hold"/>
                                        <p:tgtEl>
                                          <p:spTgt spid="12"/>
                                        </p:tgtEl>
                                        <p:attrNameLst>
                                          <p:attrName>ppt_x</p:attrName>
                                        </p:attrNameLst>
                                      </p:cBhvr>
                                      <p:tavLst>
                                        <p:tav tm="0">
                                          <p:val>
                                            <p:strVal val="#ppt_x"/>
                                          </p:val>
                                        </p:tav>
                                        <p:tav tm="100000">
                                          <p:val>
                                            <p:strVal val="#ppt_x"/>
                                          </p:val>
                                        </p:tav>
                                      </p:tavLst>
                                    </p:anim>
                                    <p:anim calcmode="lin" valueType="num">
                                      <p:cBhvr additive="base">
                                        <p:cTn id="52" dur="500" fill="hold"/>
                                        <p:tgtEl>
                                          <p:spTgt spid="12"/>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fill="hold"/>
                                        <p:tgtEl>
                                          <p:spTgt spid="18"/>
                                        </p:tgtEl>
                                        <p:attrNameLst>
                                          <p:attrName>ppt_x</p:attrName>
                                        </p:attrNameLst>
                                      </p:cBhvr>
                                      <p:tavLst>
                                        <p:tav tm="0">
                                          <p:val>
                                            <p:strVal val="#ppt_x"/>
                                          </p:val>
                                        </p:tav>
                                        <p:tav tm="100000">
                                          <p:val>
                                            <p:strVal val="#ppt_x"/>
                                          </p:val>
                                        </p:tav>
                                      </p:tavLst>
                                    </p:anim>
                                    <p:anim calcmode="lin" valueType="num">
                                      <p:cBhvr additive="base">
                                        <p:cTn id="56" dur="500" fill="hold"/>
                                        <p:tgtEl>
                                          <p:spTgt spid="18"/>
                                        </p:tgtEl>
                                        <p:attrNameLst>
                                          <p:attrName>ppt_y</p:attrName>
                                        </p:attrNameLst>
                                      </p:cBhvr>
                                      <p:tavLst>
                                        <p:tav tm="0">
                                          <p:val>
                                            <p:strVal val="1+#ppt_h/2"/>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40"/>
                                        </p:tgtEl>
                                        <p:attrNameLst>
                                          <p:attrName>style.visibility</p:attrName>
                                        </p:attrNameLst>
                                      </p:cBhvr>
                                      <p:to>
                                        <p:strVal val="visible"/>
                                      </p:to>
                                    </p:set>
                                    <p:animEffect transition="in" filter="fade">
                                      <p:cBhvr>
                                        <p:cTn id="59" dur="1000"/>
                                        <p:tgtEl>
                                          <p:spTgt spid="40"/>
                                        </p:tgtEl>
                                      </p:cBhvr>
                                    </p:animEffect>
                                    <p:anim calcmode="lin" valueType="num">
                                      <p:cBhvr>
                                        <p:cTn id="60" dur="1000" fill="hold"/>
                                        <p:tgtEl>
                                          <p:spTgt spid="40"/>
                                        </p:tgtEl>
                                        <p:attrNameLst>
                                          <p:attrName>ppt_x</p:attrName>
                                        </p:attrNameLst>
                                      </p:cBhvr>
                                      <p:tavLst>
                                        <p:tav tm="0">
                                          <p:val>
                                            <p:strVal val="#ppt_x"/>
                                          </p:val>
                                        </p:tav>
                                        <p:tav tm="100000">
                                          <p:val>
                                            <p:strVal val="#ppt_x"/>
                                          </p:val>
                                        </p:tav>
                                      </p:tavLst>
                                    </p:anim>
                                    <p:anim calcmode="lin" valueType="num">
                                      <p:cBhvr>
                                        <p:cTn id="61"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12" grpId="0"/>
      <p:bldP spid="15" grpId="0"/>
      <p:bldP spid="16" grpId="0"/>
      <p:bldP spid="17"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9"/>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rot="9000000">
            <a:off x="9848184" y="-1437324"/>
            <a:ext cx="2662082" cy="3182205"/>
          </a:xfrm>
          <a:prstGeom prst="rect">
            <a:avLst/>
          </a:prstGeom>
        </p:spPr>
      </p:pic>
      <p:sp>
        <p:nvSpPr>
          <p:cNvPr id="5" name="Google Shape;1321;p54">
            <a:extLst>
              <a:ext uri="{FF2B5EF4-FFF2-40B4-BE49-F238E27FC236}">
                <a16:creationId xmlns:a16="http://schemas.microsoft.com/office/drawing/2014/main" id="{C90A47D0-101D-0644-23D9-6DD4AD1078C7}"/>
              </a:ext>
            </a:extLst>
          </p:cNvPr>
          <p:cNvSpPr txBox="1">
            <a:spLocks/>
          </p:cNvSpPr>
          <p:nvPr/>
        </p:nvSpPr>
        <p:spPr>
          <a:xfrm>
            <a:off x="4100269" y="60927"/>
            <a:ext cx="5432851"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4000" b="1" dirty="0">
                <a:solidFill>
                  <a:srgbClr val="293242"/>
                </a:solidFill>
                <a:latin typeface="Roboto" panose="02000000000000000000" pitchFamily="2" charset="0"/>
                <a:ea typeface="Roboto" panose="02000000000000000000" pitchFamily="2" charset="0"/>
              </a:rPr>
              <a:t>Implementation</a:t>
            </a:r>
          </a:p>
        </p:txBody>
      </p:sp>
      <p:pic>
        <p:nvPicPr>
          <p:cNvPr id="7" name="Picture 6">
            <a:extLst>
              <a:ext uri="{FF2B5EF4-FFF2-40B4-BE49-F238E27FC236}">
                <a16:creationId xmlns:a16="http://schemas.microsoft.com/office/drawing/2014/main" id="{DB7588DA-8C36-590B-2148-4EB9713D4416}"/>
              </a:ext>
            </a:extLst>
          </p:cNvPr>
          <p:cNvPicPr>
            <a:picLocks noChangeAspect="1"/>
          </p:cNvPicPr>
          <p:nvPr/>
        </p:nvPicPr>
        <p:blipFill>
          <a:blip r:embed="rId4"/>
          <a:stretch>
            <a:fillRect/>
          </a:stretch>
        </p:blipFill>
        <p:spPr>
          <a:xfrm>
            <a:off x="337933" y="1333291"/>
            <a:ext cx="3533775" cy="5172075"/>
          </a:xfrm>
          <a:prstGeom prst="rect">
            <a:avLst/>
          </a:prstGeom>
        </p:spPr>
      </p:pic>
      <p:pic>
        <p:nvPicPr>
          <p:cNvPr id="11" name="Picture 10">
            <a:extLst>
              <a:ext uri="{FF2B5EF4-FFF2-40B4-BE49-F238E27FC236}">
                <a16:creationId xmlns:a16="http://schemas.microsoft.com/office/drawing/2014/main" id="{0FA310BE-24E0-6863-5EEB-1A3F955373A0}"/>
              </a:ext>
            </a:extLst>
          </p:cNvPr>
          <p:cNvPicPr>
            <a:picLocks noChangeAspect="1"/>
          </p:cNvPicPr>
          <p:nvPr/>
        </p:nvPicPr>
        <p:blipFill>
          <a:blip r:embed="rId5"/>
          <a:stretch>
            <a:fillRect/>
          </a:stretch>
        </p:blipFill>
        <p:spPr>
          <a:xfrm>
            <a:off x="6705590" y="1272573"/>
            <a:ext cx="4838700" cy="5524500"/>
          </a:xfrm>
          <a:prstGeom prst="rect">
            <a:avLst/>
          </a:prstGeom>
        </p:spPr>
      </p:pic>
    </p:spTree>
    <p:extLst>
      <p:ext uri="{BB962C8B-B14F-4D97-AF65-F5344CB8AC3E}">
        <p14:creationId xmlns:p14="http://schemas.microsoft.com/office/powerpoint/2010/main" val="1882093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par>
                                <p:cTn id="11" presetID="22" presetClass="entr" presetSubtype="4"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down)">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21;p54">
            <a:extLst>
              <a:ext uri="{FF2B5EF4-FFF2-40B4-BE49-F238E27FC236}">
                <a16:creationId xmlns:a16="http://schemas.microsoft.com/office/drawing/2014/main" id="{3A4645F7-512C-065B-AF95-9FB6A58B07D5}"/>
              </a:ext>
            </a:extLst>
          </p:cNvPr>
          <p:cNvSpPr txBox="1">
            <a:spLocks/>
          </p:cNvSpPr>
          <p:nvPr/>
        </p:nvSpPr>
        <p:spPr>
          <a:xfrm>
            <a:off x="4568452" y="-21530"/>
            <a:ext cx="2349183" cy="64453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4000" b="1" dirty="0">
                <a:solidFill>
                  <a:srgbClr val="293242"/>
                </a:solidFill>
                <a:latin typeface="Roboto" panose="02000000000000000000" pitchFamily="2" charset="0"/>
                <a:ea typeface="Roboto" panose="02000000000000000000" pitchFamily="2" charset="0"/>
              </a:rPr>
              <a:t>(Cont.)</a:t>
            </a:r>
          </a:p>
        </p:txBody>
      </p:sp>
      <p:pic>
        <p:nvPicPr>
          <p:cNvPr id="4" name="Picture 3">
            <a:extLst>
              <a:ext uri="{FF2B5EF4-FFF2-40B4-BE49-F238E27FC236}">
                <a16:creationId xmlns:a16="http://schemas.microsoft.com/office/drawing/2014/main" id="{75DE454F-C5CF-D19D-BE7D-616D3899EF5E}"/>
              </a:ext>
            </a:extLst>
          </p:cNvPr>
          <p:cNvPicPr>
            <a:picLocks noChangeAspect="1"/>
          </p:cNvPicPr>
          <p:nvPr/>
        </p:nvPicPr>
        <p:blipFill>
          <a:blip r:embed="rId2"/>
          <a:stretch>
            <a:fillRect/>
          </a:stretch>
        </p:blipFill>
        <p:spPr>
          <a:xfrm>
            <a:off x="212035" y="1133475"/>
            <a:ext cx="6705600" cy="5724525"/>
          </a:xfrm>
          <a:prstGeom prst="rect">
            <a:avLst/>
          </a:prstGeom>
        </p:spPr>
      </p:pic>
      <p:pic>
        <p:nvPicPr>
          <p:cNvPr id="8" name="Picture 7">
            <a:extLst>
              <a:ext uri="{FF2B5EF4-FFF2-40B4-BE49-F238E27FC236}">
                <a16:creationId xmlns:a16="http://schemas.microsoft.com/office/drawing/2014/main" id="{99A59795-431E-B786-9476-5F13B1200448}"/>
              </a:ext>
            </a:extLst>
          </p:cNvPr>
          <p:cNvPicPr>
            <a:picLocks noChangeAspect="1"/>
          </p:cNvPicPr>
          <p:nvPr/>
        </p:nvPicPr>
        <p:blipFill>
          <a:blip r:embed="rId3"/>
          <a:stretch>
            <a:fillRect/>
          </a:stretch>
        </p:blipFill>
        <p:spPr>
          <a:xfrm>
            <a:off x="7341290" y="867189"/>
            <a:ext cx="4638675" cy="5600700"/>
          </a:xfrm>
          <a:prstGeom prst="rect">
            <a:avLst/>
          </a:prstGeom>
        </p:spPr>
      </p:pic>
    </p:spTree>
    <p:extLst>
      <p:ext uri="{BB962C8B-B14F-4D97-AF65-F5344CB8AC3E}">
        <p14:creationId xmlns:p14="http://schemas.microsoft.com/office/powerpoint/2010/main" val="3964037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320;p54">
            <a:extLst>
              <a:ext uri="{FF2B5EF4-FFF2-40B4-BE49-F238E27FC236}">
                <a16:creationId xmlns:a16="http://schemas.microsoft.com/office/drawing/2014/main" id="{72E943D9-7783-BF45-90A9-3B76F489E932}"/>
              </a:ext>
            </a:extLst>
          </p:cNvPr>
          <p:cNvSpPr txBox="1">
            <a:spLocks/>
          </p:cNvSpPr>
          <p:nvPr/>
        </p:nvSpPr>
        <p:spPr>
          <a:xfrm>
            <a:off x="3723928" y="-395129"/>
            <a:ext cx="4386334" cy="1153868"/>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sz="4000" b="1" dirty="0">
                <a:solidFill>
                  <a:srgbClr val="293242"/>
                </a:solidFill>
                <a:latin typeface="Century Gothic" panose="020B0502020202020204" pitchFamily="34" charset="0"/>
                <a:ea typeface="Roboto" panose="02000000000000000000" pitchFamily="2" charset="0"/>
              </a:rPr>
              <a:t>SOME OUTPUT</a:t>
            </a:r>
          </a:p>
        </p:txBody>
      </p:sp>
      <p:pic>
        <p:nvPicPr>
          <p:cNvPr id="10" name="Picture 9">
            <a:extLst>
              <a:ext uri="{FF2B5EF4-FFF2-40B4-BE49-F238E27FC236}">
                <a16:creationId xmlns:a16="http://schemas.microsoft.com/office/drawing/2014/main" id="{FE657D53-33D9-9C3A-0F11-F92C3200FE7F}"/>
              </a:ext>
            </a:extLst>
          </p:cNvPr>
          <p:cNvPicPr>
            <a:picLocks noChangeAspect="1"/>
          </p:cNvPicPr>
          <p:nvPr/>
        </p:nvPicPr>
        <p:blipFill>
          <a:blip r:embed="rId2"/>
          <a:stretch>
            <a:fillRect/>
          </a:stretch>
        </p:blipFill>
        <p:spPr>
          <a:xfrm>
            <a:off x="5778362" y="4200939"/>
            <a:ext cx="5645426" cy="2276061"/>
          </a:xfrm>
          <a:prstGeom prst="rect">
            <a:avLst/>
          </a:prstGeom>
        </p:spPr>
      </p:pic>
      <p:pic>
        <p:nvPicPr>
          <p:cNvPr id="2" name="Picture 1"/>
          <p:cNvPicPr>
            <a:picLocks noChangeAspect="1"/>
          </p:cNvPicPr>
          <p:nvPr/>
        </p:nvPicPr>
        <p:blipFill>
          <a:blip r:embed="rId3"/>
          <a:stretch>
            <a:fillRect/>
          </a:stretch>
        </p:blipFill>
        <p:spPr>
          <a:xfrm>
            <a:off x="811930" y="1813268"/>
            <a:ext cx="4742588" cy="4663732"/>
          </a:xfrm>
          <a:prstGeom prst="rect">
            <a:avLst/>
          </a:prstGeom>
        </p:spPr>
      </p:pic>
      <p:pic>
        <p:nvPicPr>
          <p:cNvPr id="5" name="Picture 4"/>
          <p:cNvPicPr>
            <a:picLocks noChangeAspect="1"/>
          </p:cNvPicPr>
          <p:nvPr/>
        </p:nvPicPr>
        <p:blipFill>
          <a:blip r:embed="rId4"/>
          <a:stretch>
            <a:fillRect/>
          </a:stretch>
        </p:blipFill>
        <p:spPr>
          <a:xfrm>
            <a:off x="5778362" y="1858320"/>
            <a:ext cx="5645426" cy="2286814"/>
          </a:xfrm>
          <a:prstGeom prst="rect">
            <a:avLst/>
          </a:prstGeom>
        </p:spPr>
      </p:pic>
    </p:spTree>
    <p:extLst>
      <p:ext uri="{BB962C8B-B14F-4D97-AF65-F5344CB8AC3E}">
        <p14:creationId xmlns:p14="http://schemas.microsoft.com/office/powerpoint/2010/main" val="2866960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22" presetClass="entr" presetSubtype="4"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21;p54">
            <a:extLst>
              <a:ext uri="{FF2B5EF4-FFF2-40B4-BE49-F238E27FC236}">
                <a16:creationId xmlns:a16="http://schemas.microsoft.com/office/drawing/2014/main" id="{8EB81790-F1BB-4105-D8A9-789FEBA0BF7E}"/>
              </a:ext>
            </a:extLst>
          </p:cNvPr>
          <p:cNvSpPr txBox="1">
            <a:spLocks/>
          </p:cNvSpPr>
          <p:nvPr/>
        </p:nvSpPr>
        <p:spPr>
          <a:xfrm>
            <a:off x="4568452" y="-21530"/>
            <a:ext cx="2349183" cy="64453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4000" b="1" dirty="0">
                <a:solidFill>
                  <a:srgbClr val="293242"/>
                </a:solidFill>
                <a:latin typeface="Roboto" panose="02000000000000000000" pitchFamily="2" charset="0"/>
                <a:ea typeface="Roboto" panose="02000000000000000000" pitchFamily="2" charset="0"/>
              </a:rPr>
              <a:t>(Cont.)</a:t>
            </a:r>
          </a:p>
        </p:txBody>
      </p:sp>
      <p:pic>
        <p:nvPicPr>
          <p:cNvPr id="3" name="Picture 2"/>
          <p:cNvPicPr>
            <a:picLocks noChangeAspect="1"/>
          </p:cNvPicPr>
          <p:nvPr/>
        </p:nvPicPr>
        <p:blipFill>
          <a:blip r:embed="rId2"/>
          <a:stretch>
            <a:fillRect/>
          </a:stretch>
        </p:blipFill>
        <p:spPr>
          <a:xfrm>
            <a:off x="427321" y="1508263"/>
            <a:ext cx="4498081" cy="2104759"/>
          </a:xfrm>
          <a:prstGeom prst="rect">
            <a:avLst/>
          </a:prstGeom>
        </p:spPr>
      </p:pic>
      <p:pic>
        <p:nvPicPr>
          <p:cNvPr id="4" name="Picture 3"/>
          <p:cNvPicPr>
            <a:picLocks noChangeAspect="1"/>
          </p:cNvPicPr>
          <p:nvPr/>
        </p:nvPicPr>
        <p:blipFill>
          <a:blip r:embed="rId3"/>
          <a:stretch>
            <a:fillRect/>
          </a:stretch>
        </p:blipFill>
        <p:spPr>
          <a:xfrm>
            <a:off x="427321" y="4150267"/>
            <a:ext cx="4498081" cy="2152950"/>
          </a:xfrm>
          <a:prstGeom prst="rect">
            <a:avLst/>
          </a:prstGeom>
        </p:spPr>
      </p:pic>
      <p:pic>
        <p:nvPicPr>
          <p:cNvPr id="10" name="Picture 9"/>
          <p:cNvPicPr/>
          <p:nvPr/>
        </p:nvPicPr>
        <p:blipFill>
          <a:blip r:embed="rId4"/>
          <a:stretch>
            <a:fillRect/>
          </a:stretch>
        </p:blipFill>
        <p:spPr>
          <a:xfrm>
            <a:off x="6917635" y="1508263"/>
            <a:ext cx="4773795" cy="2243323"/>
          </a:xfrm>
          <a:prstGeom prst="rect">
            <a:avLst/>
          </a:prstGeom>
        </p:spPr>
      </p:pic>
      <p:pic>
        <p:nvPicPr>
          <p:cNvPr id="5" name="Picture 4"/>
          <p:cNvPicPr>
            <a:picLocks noChangeAspect="1"/>
          </p:cNvPicPr>
          <p:nvPr/>
        </p:nvPicPr>
        <p:blipFill>
          <a:blip r:embed="rId5"/>
          <a:stretch>
            <a:fillRect/>
          </a:stretch>
        </p:blipFill>
        <p:spPr>
          <a:xfrm>
            <a:off x="6917635" y="4150267"/>
            <a:ext cx="4773796" cy="2152950"/>
          </a:xfrm>
          <a:prstGeom prst="rect">
            <a:avLst/>
          </a:prstGeom>
        </p:spPr>
      </p:pic>
    </p:spTree>
    <p:extLst>
      <p:ext uri="{BB962C8B-B14F-4D97-AF65-F5344CB8AC3E}">
        <p14:creationId xmlns:p14="http://schemas.microsoft.com/office/powerpoint/2010/main" val="2088370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320;p54"/>
          <p:cNvSpPr txBox="1">
            <a:spLocks/>
          </p:cNvSpPr>
          <p:nvPr/>
        </p:nvSpPr>
        <p:spPr>
          <a:xfrm>
            <a:off x="3266461" y="401550"/>
            <a:ext cx="4651818" cy="790600"/>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ADVANTAGE</a:t>
            </a:r>
          </a:p>
        </p:txBody>
      </p:sp>
      <p:pic>
        <p:nvPicPr>
          <p:cNvPr id="26" name="Picture 4"/>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671893" y="-273917"/>
            <a:ext cx="2706352" cy="2706352"/>
          </a:xfrm>
          <a:prstGeom prst="rect">
            <a:avLst/>
          </a:prstGeom>
        </p:spPr>
      </p:pic>
      <p:pic>
        <p:nvPicPr>
          <p:cNvPr id="27" name="Picture 6"/>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a:stretch>
            <a:fillRect/>
          </a:stretch>
        </p:blipFill>
        <p:spPr>
          <a:xfrm rot="13973757">
            <a:off x="10451263" y="4100328"/>
            <a:ext cx="1161395" cy="2890350"/>
          </a:xfrm>
          <a:prstGeom prst="rect">
            <a:avLst/>
          </a:prstGeom>
        </p:spPr>
      </p:pic>
      <p:sp>
        <p:nvSpPr>
          <p:cNvPr id="30" name="Oval 1"/>
          <p:cNvSpPr/>
          <p:nvPr/>
        </p:nvSpPr>
        <p:spPr>
          <a:xfrm rot="1800000">
            <a:off x="9505127" y="-211687"/>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B3A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1"/>
          <p:cNvSpPr/>
          <p:nvPr/>
        </p:nvSpPr>
        <p:spPr>
          <a:xfrm rot="1800000">
            <a:off x="10483703" y="1146507"/>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1"/>
          <p:cNvSpPr/>
          <p:nvPr/>
        </p:nvSpPr>
        <p:spPr>
          <a:xfrm rot="16016294">
            <a:off x="10415530" y="887010"/>
            <a:ext cx="1242317" cy="13285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1320;p54">
            <a:extLst>
              <a:ext uri="{FF2B5EF4-FFF2-40B4-BE49-F238E27FC236}">
                <a16:creationId xmlns:a16="http://schemas.microsoft.com/office/drawing/2014/main" id="{0B7B946E-93D1-77E9-1339-3CDF8B8A140B}"/>
              </a:ext>
            </a:extLst>
          </p:cNvPr>
          <p:cNvSpPr txBox="1">
            <a:spLocks/>
          </p:cNvSpPr>
          <p:nvPr/>
        </p:nvSpPr>
        <p:spPr>
          <a:xfrm>
            <a:off x="1731587" y="1811751"/>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01</a:t>
            </a:r>
          </a:p>
        </p:txBody>
      </p:sp>
      <p:sp>
        <p:nvSpPr>
          <p:cNvPr id="5" name="Google Shape;1321;p54">
            <a:extLst>
              <a:ext uri="{FF2B5EF4-FFF2-40B4-BE49-F238E27FC236}">
                <a16:creationId xmlns:a16="http://schemas.microsoft.com/office/drawing/2014/main" id="{DCB925A1-D6F5-2B0B-9440-614FAD54525B}"/>
              </a:ext>
            </a:extLst>
          </p:cNvPr>
          <p:cNvSpPr txBox="1">
            <a:spLocks/>
          </p:cNvSpPr>
          <p:nvPr/>
        </p:nvSpPr>
        <p:spPr>
          <a:xfrm>
            <a:off x="2879620" y="1610396"/>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None/>
            </a:pPr>
            <a:r>
              <a:rPr lang="en-US" dirty="0">
                <a:latin typeface="Roboto" panose="02000000000000000000" pitchFamily="2" charset="0"/>
                <a:ea typeface="Roboto" panose="02000000000000000000" pitchFamily="2" charset="0"/>
              </a:rPr>
              <a:t>Better parking experience.</a:t>
            </a:r>
            <a:r>
              <a:rPr lang="en-US" dirty="0"/>
              <a:t/>
            </a:r>
            <a:br>
              <a:rPr lang="en-US" dirty="0"/>
            </a:br>
            <a:endParaRPr lang="en-US" dirty="0">
              <a:solidFill>
                <a:schemeClr val="bg2">
                  <a:lumMod val="10000"/>
                </a:schemeClr>
              </a:solidFill>
              <a:latin typeface="Roboto" panose="02000000000000000000" pitchFamily="2" charset="0"/>
              <a:ea typeface="Roboto" panose="02000000000000000000" pitchFamily="2" charset="0"/>
            </a:endParaRPr>
          </a:p>
        </p:txBody>
      </p:sp>
      <p:sp>
        <p:nvSpPr>
          <p:cNvPr id="17" name="Google Shape;1320;p54">
            <a:extLst>
              <a:ext uri="{FF2B5EF4-FFF2-40B4-BE49-F238E27FC236}">
                <a16:creationId xmlns:a16="http://schemas.microsoft.com/office/drawing/2014/main" id="{E6A5D41C-44FC-7B91-4A16-3AA550A1D4E6}"/>
              </a:ext>
            </a:extLst>
          </p:cNvPr>
          <p:cNvSpPr txBox="1">
            <a:spLocks/>
          </p:cNvSpPr>
          <p:nvPr/>
        </p:nvSpPr>
        <p:spPr>
          <a:xfrm>
            <a:off x="1731587" y="2682876"/>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02</a:t>
            </a:r>
          </a:p>
        </p:txBody>
      </p:sp>
      <p:sp>
        <p:nvSpPr>
          <p:cNvPr id="24" name="Google Shape;1320;p54">
            <a:extLst>
              <a:ext uri="{FF2B5EF4-FFF2-40B4-BE49-F238E27FC236}">
                <a16:creationId xmlns:a16="http://schemas.microsoft.com/office/drawing/2014/main" id="{895C0009-C48A-2225-CF39-7B561C80170E}"/>
              </a:ext>
            </a:extLst>
          </p:cNvPr>
          <p:cNvSpPr txBox="1">
            <a:spLocks/>
          </p:cNvSpPr>
          <p:nvPr/>
        </p:nvSpPr>
        <p:spPr>
          <a:xfrm>
            <a:off x="1731587" y="3727463"/>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03</a:t>
            </a:r>
          </a:p>
        </p:txBody>
      </p:sp>
      <p:sp>
        <p:nvSpPr>
          <p:cNvPr id="28" name="Google Shape;1320;p54">
            <a:extLst>
              <a:ext uri="{FF2B5EF4-FFF2-40B4-BE49-F238E27FC236}">
                <a16:creationId xmlns:a16="http://schemas.microsoft.com/office/drawing/2014/main" id="{E5161172-AC7B-6002-2F0C-679A4C1D0056}"/>
              </a:ext>
            </a:extLst>
          </p:cNvPr>
          <p:cNvSpPr txBox="1">
            <a:spLocks/>
          </p:cNvSpPr>
          <p:nvPr/>
        </p:nvSpPr>
        <p:spPr>
          <a:xfrm>
            <a:off x="1731587" y="4779950"/>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04</a:t>
            </a:r>
          </a:p>
        </p:txBody>
      </p:sp>
      <p:sp>
        <p:nvSpPr>
          <p:cNvPr id="33" name="Google Shape;1320;p54">
            <a:extLst>
              <a:ext uri="{FF2B5EF4-FFF2-40B4-BE49-F238E27FC236}">
                <a16:creationId xmlns:a16="http://schemas.microsoft.com/office/drawing/2014/main" id="{0CF57CAE-736E-0EB8-AE04-6E5F86BEBDE1}"/>
              </a:ext>
            </a:extLst>
          </p:cNvPr>
          <p:cNvSpPr txBox="1">
            <a:spLocks/>
          </p:cNvSpPr>
          <p:nvPr/>
        </p:nvSpPr>
        <p:spPr>
          <a:xfrm>
            <a:off x="1731587" y="5981755"/>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05</a:t>
            </a:r>
          </a:p>
        </p:txBody>
      </p:sp>
      <p:sp>
        <p:nvSpPr>
          <p:cNvPr id="35" name="Google Shape;1321;p54">
            <a:extLst>
              <a:ext uri="{FF2B5EF4-FFF2-40B4-BE49-F238E27FC236}">
                <a16:creationId xmlns:a16="http://schemas.microsoft.com/office/drawing/2014/main" id="{291709D2-971C-530F-AB7E-7AF68D0E4186}"/>
              </a:ext>
            </a:extLst>
          </p:cNvPr>
          <p:cNvSpPr txBox="1">
            <a:spLocks/>
          </p:cNvSpPr>
          <p:nvPr/>
        </p:nvSpPr>
        <p:spPr>
          <a:xfrm>
            <a:off x="2824593" y="2605495"/>
            <a:ext cx="7048275"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Easy to manage and cost-effective.</a:t>
            </a:r>
          </a:p>
        </p:txBody>
      </p:sp>
      <p:sp>
        <p:nvSpPr>
          <p:cNvPr id="37" name="Google Shape;1321;p54">
            <a:extLst>
              <a:ext uri="{FF2B5EF4-FFF2-40B4-BE49-F238E27FC236}">
                <a16:creationId xmlns:a16="http://schemas.microsoft.com/office/drawing/2014/main" id="{FA43AF83-C016-16DC-9207-45DE28534FF9}"/>
              </a:ext>
            </a:extLst>
          </p:cNvPr>
          <p:cNvSpPr txBox="1">
            <a:spLocks/>
          </p:cNvSpPr>
          <p:nvPr/>
        </p:nvSpPr>
        <p:spPr>
          <a:xfrm>
            <a:off x="2879620" y="3598454"/>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buNone/>
            </a:pPr>
            <a:r>
              <a:rPr lang="en-US" dirty="0">
                <a:latin typeface="Roboto" panose="02000000000000000000" pitchFamily="2" charset="0"/>
                <a:ea typeface="Roboto" panose="02000000000000000000" pitchFamily="2" charset="0"/>
              </a:rPr>
              <a:t>Reduced traffic and pollution. </a:t>
            </a:r>
          </a:p>
        </p:txBody>
      </p:sp>
      <p:sp>
        <p:nvSpPr>
          <p:cNvPr id="39" name="Google Shape;1321;p54">
            <a:extLst>
              <a:ext uri="{FF2B5EF4-FFF2-40B4-BE49-F238E27FC236}">
                <a16:creationId xmlns:a16="http://schemas.microsoft.com/office/drawing/2014/main" id="{F60E7BC4-5583-A42B-3D7E-58732D3A7C69}"/>
              </a:ext>
            </a:extLst>
          </p:cNvPr>
          <p:cNvSpPr txBox="1">
            <a:spLocks/>
          </p:cNvSpPr>
          <p:nvPr/>
        </p:nvSpPr>
        <p:spPr>
          <a:xfrm>
            <a:off x="2824595" y="4755300"/>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endParaRPr lang="en-US" sz="2200" dirty="0">
              <a:solidFill>
                <a:schemeClr val="bg2">
                  <a:lumMod val="10000"/>
                </a:schemeClr>
              </a:solidFill>
              <a:latin typeface="Roboto" panose="02000000000000000000" pitchFamily="2" charset="0"/>
              <a:ea typeface="Roboto" panose="02000000000000000000" pitchFamily="2" charset="0"/>
            </a:endParaRPr>
          </a:p>
        </p:txBody>
      </p:sp>
      <p:sp>
        <p:nvSpPr>
          <p:cNvPr id="41" name="Google Shape;1321;p54">
            <a:extLst>
              <a:ext uri="{FF2B5EF4-FFF2-40B4-BE49-F238E27FC236}">
                <a16:creationId xmlns:a16="http://schemas.microsoft.com/office/drawing/2014/main" id="{C2662205-F428-BA47-7E29-CC56EBA07288}"/>
              </a:ext>
            </a:extLst>
          </p:cNvPr>
          <p:cNvSpPr txBox="1">
            <a:spLocks/>
          </p:cNvSpPr>
          <p:nvPr/>
        </p:nvSpPr>
        <p:spPr>
          <a:xfrm>
            <a:off x="2824593" y="5926997"/>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Safe and Squired.</a:t>
            </a:r>
          </a:p>
        </p:txBody>
      </p:sp>
      <p:sp>
        <p:nvSpPr>
          <p:cNvPr id="43" name="Google Shape;1321;p54">
            <a:extLst>
              <a:ext uri="{FF2B5EF4-FFF2-40B4-BE49-F238E27FC236}">
                <a16:creationId xmlns:a16="http://schemas.microsoft.com/office/drawing/2014/main" id="{5AC2DB15-D4A7-8D95-4ACE-33F4DBB446C8}"/>
              </a:ext>
            </a:extLst>
          </p:cNvPr>
          <p:cNvSpPr txBox="1">
            <a:spLocks/>
          </p:cNvSpPr>
          <p:nvPr/>
        </p:nvSpPr>
        <p:spPr>
          <a:xfrm>
            <a:off x="2824593" y="4688823"/>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endParaRPr lang="en-US" sz="2200" dirty="0">
              <a:solidFill>
                <a:schemeClr val="bg2">
                  <a:lumMod val="10000"/>
                </a:schemeClr>
              </a:solidFill>
              <a:latin typeface="Roboto" panose="02000000000000000000" pitchFamily="2" charset="0"/>
              <a:ea typeface="Roboto" panose="02000000000000000000" pitchFamily="2" charset="0"/>
            </a:endParaRPr>
          </a:p>
        </p:txBody>
      </p:sp>
      <p:sp>
        <p:nvSpPr>
          <p:cNvPr id="45" name="Google Shape;1321;p54">
            <a:extLst>
              <a:ext uri="{FF2B5EF4-FFF2-40B4-BE49-F238E27FC236}">
                <a16:creationId xmlns:a16="http://schemas.microsoft.com/office/drawing/2014/main" id="{FE0CE5BC-314F-C804-9C27-726330BDDCF0}"/>
              </a:ext>
            </a:extLst>
          </p:cNvPr>
          <p:cNvSpPr txBox="1">
            <a:spLocks/>
          </p:cNvSpPr>
          <p:nvPr/>
        </p:nvSpPr>
        <p:spPr>
          <a:xfrm>
            <a:off x="2824593" y="4730651"/>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None/>
            </a:pPr>
            <a:r>
              <a:rPr lang="en-US" dirty="0">
                <a:latin typeface="Roboto" panose="02000000000000000000" pitchFamily="2" charset="0"/>
                <a:ea typeface="Roboto" panose="02000000000000000000" pitchFamily="2" charset="0"/>
              </a:rPr>
              <a:t>Increased Protection.</a:t>
            </a:r>
          </a:p>
        </p:txBody>
      </p:sp>
    </p:spTree>
    <p:extLst>
      <p:ext uri="{BB962C8B-B14F-4D97-AF65-F5344CB8AC3E}">
        <p14:creationId xmlns:p14="http://schemas.microsoft.com/office/powerpoint/2010/main" val="1318839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additive="base">
                                        <p:cTn id="24" dur="500" fill="hold"/>
                                        <p:tgtEl>
                                          <p:spTgt spid="17"/>
                                        </p:tgtEl>
                                        <p:attrNameLst>
                                          <p:attrName>ppt_x</p:attrName>
                                        </p:attrNameLst>
                                      </p:cBhvr>
                                      <p:tavLst>
                                        <p:tav tm="0">
                                          <p:val>
                                            <p:strVal val="#ppt_x"/>
                                          </p:val>
                                        </p:tav>
                                        <p:tav tm="100000">
                                          <p:val>
                                            <p:strVal val="#ppt_x"/>
                                          </p:val>
                                        </p:tav>
                                      </p:tavLst>
                                    </p:anim>
                                    <p:anim calcmode="lin" valueType="num">
                                      <p:cBhvr additive="base">
                                        <p:cTn id="25" dur="500" fill="hold"/>
                                        <p:tgtEl>
                                          <p:spTgt spid="17"/>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 calcmode="lin" valueType="num">
                                      <p:cBhvr additive="base">
                                        <p:cTn id="28" dur="500" fill="hold"/>
                                        <p:tgtEl>
                                          <p:spTgt spid="35"/>
                                        </p:tgtEl>
                                        <p:attrNameLst>
                                          <p:attrName>ppt_x</p:attrName>
                                        </p:attrNameLst>
                                      </p:cBhvr>
                                      <p:tavLst>
                                        <p:tav tm="0">
                                          <p:val>
                                            <p:strVal val="#ppt_x"/>
                                          </p:val>
                                        </p:tav>
                                        <p:tav tm="100000">
                                          <p:val>
                                            <p:strVal val="#ppt_x"/>
                                          </p:val>
                                        </p:tav>
                                      </p:tavLst>
                                    </p:anim>
                                    <p:anim calcmode="lin" valueType="num">
                                      <p:cBhvr additive="base">
                                        <p:cTn id="29"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anim calcmode="lin" valueType="num">
                                      <p:cBhvr additive="base">
                                        <p:cTn id="34" dur="500" fill="hold"/>
                                        <p:tgtEl>
                                          <p:spTgt spid="24"/>
                                        </p:tgtEl>
                                        <p:attrNameLst>
                                          <p:attrName>ppt_x</p:attrName>
                                        </p:attrNameLst>
                                      </p:cBhvr>
                                      <p:tavLst>
                                        <p:tav tm="0">
                                          <p:val>
                                            <p:strVal val="#ppt_x"/>
                                          </p:val>
                                        </p:tav>
                                        <p:tav tm="100000">
                                          <p:val>
                                            <p:strVal val="#ppt_x"/>
                                          </p:val>
                                        </p:tav>
                                      </p:tavLst>
                                    </p:anim>
                                    <p:anim calcmode="lin" valueType="num">
                                      <p:cBhvr additive="base">
                                        <p:cTn id="35" dur="500" fill="hold"/>
                                        <p:tgtEl>
                                          <p:spTgt spid="24"/>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 calcmode="lin" valueType="num">
                                      <p:cBhvr additive="base">
                                        <p:cTn id="38" dur="500" fill="hold"/>
                                        <p:tgtEl>
                                          <p:spTgt spid="37"/>
                                        </p:tgtEl>
                                        <p:attrNameLst>
                                          <p:attrName>ppt_x</p:attrName>
                                        </p:attrNameLst>
                                      </p:cBhvr>
                                      <p:tavLst>
                                        <p:tav tm="0">
                                          <p:val>
                                            <p:strVal val="#ppt_x"/>
                                          </p:val>
                                        </p:tav>
                                        <p:tav tm="100000">
                                          <p:val>
                                            <p:strVal val="#ppt_x"/>
                                          </p:val>
                                        </p:tav>
                                      </p:tavLst>
                                    </p:anim>
                                    <p:anim calcmode="lin" valueType="num">
                                      <p:cBhvr additive="base">
                                        <p:cTn id="39"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28">
                                            <p:txEl>
                                              <p:pRg st="0" end="0"/>
                                            </p:txEl>
                                          </p:spTgt>
                                        </p:tgtEl>
                                        <p:attrNameLst>
                                          <p:attrName>style.visibility</p:attrName>
                                        </p:attrNameLst>
                                      </p:cBhvr>
                                      <p:to>
                                        <p:strVal val="visible"/>
                                      </p:to>
                                    </p:set>
                                    <p:anim calcmode="lin" valueType="num">
                                      <p:cBhvr additive="base">
                                        <p:cTn id="44"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28">
                                            <p:txEl>
                                              <p:pRg st="0" end="0"/>
                                            </p:txEl>
                                          </p:spTgt>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45"/>
                                        </p:tgtEl>
                                        <p:attrNameLst>
                                          <p:attrName>style.visibility</p:attrName>
                                        </p:attrNameLst>
                                      </p:cBhvr>
                                      <p:to>
                                        <p:strVal val="visible"/>
                                      </p:to>
                                    </p:set>
                                    <p:anim calcmode="lin" valueType="num">
                                      <p:cBhvr additive="base">
                                        <p:cTn id="48" dur="500" fill="hold"/>
                                        <p:tgtEl>
                                          <p:spTgt spid="45"/>
                                        </p:tgtEl>
                                        <p:attrNameLst>
                                          <p:attrName>ppt_x</p:attrName>
                                        </p:attrNameLst>
                                      </p:cBhvr>
                                      <p:tavLst>
                                        <p:tav tm="0">
                                          <p:val>
                                            <p:strVal val="#ppt_x"/>
                                          </p:val>
                                        </p:tav>
                                        <p:tav tm="100000">
                                          <p:val>
                                            <p:strVal val="#ppt_x"/>
                                          </p:val>
                                        </p:tav>
                                      </p:tavLst>
                                    </p:anim>
                                    <p:anim calcmode="lin" valueType="num">
                                      <p:cBhvr additive="base">
                                        <p:cTn id="49"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3"/>
                                        </p:tgtEl>
                                        <p:attrNameLst>
                                          <p:attrName>style.visibility</p:attrName>
                                        </p:attrNameLst>
                                      </p:cBhvr>
                                      <p:to>
                                        <p:strVal val="visible"/>
                                      </p:to>
                                    </p:set>
                                    <p:anim calcmode="lin" valueType="num">
                                      <p:cBhvr additive="base">
                                        <p:cTn id="54" dur="500" fill="hold"/>
                                        <p:tgtEl>
                                          <p:spTgt spid="33"/>
                                        </p:tgtEl>
                                        <p:attrNameLst>
                                          <p:attrName>ppt_x</p:attrName>
                                        </p:attrNameLst>
                                      </p:cBhvr>
                                      <p:tavLst>
                                        <p:tav tm="0">
                                          <p:val>
                                            <p:strVal val="#ppt_x"/>
                                          </p:val>
                                        </p:tav>
                                        <p:tav tm="100000">
                                          <p:val>
                                            <p:strVal val="#ppt_x"/>
                                          </p:val>
                                        </p:tav>
                                      </p:tavLst>
                                    </p:anim>
                                    <p:anim calcmode="lin" valueType="num">
                                      <p:cBhvr additive="base">
                                        <p:cTn id="55" dur="500" fill="hold"/>
                                        <p:tgtEl>
                                          <p:spTgt spid="33"/>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41"/>
                                        </p:tgtEl>
                                        <p:attrNameLst>
                                          <p:attrName>style.visibility</p:attrName>
                                        </p:attrNameLst>
                                      </p:cBhvr>
                                      <p:to>
                                        <p:strVal val="visible"/>
                                      </p:to>
                                    </p:set>
                                    <p:anim calcmode="lin" valueType="num">
                                      <p:cBhvr additive="base">
                                        <p:cTn id="58" dur="500" fill="hold"/>
                                        <p:tgtEl>
                                          <p:spTgt spid="41"/>
                                        </p:tgtEl>
                                        <p:attrNameLst>
                                          <p:attrName>ppt_x</p:attrName>
                                        </p:attrNameLst>
                                      </p:cBhvr>
                                      <p:tavLst>
                                        <p:tav tm="0">
                                          <p:val>
                                            <p:strVal val="#ppt_x"/>
                                          </p:val>
                                        </p:tav>
                                        <p:tav tm="100000">
                                          <p:val>
                                            <p:strVal val="#ppt_x"/>
                                          </p:val>
                                        </p:tav>
                                      </p:tavLst>
                                    </p:anim>
                                    <p:anim calcmode="lin" valueType="num">
                                      <p:cBhvr additive="base">
                                        <p:cTn id="59"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5" grpId="0"/>
      <p:bldP spid="17" grpId="0"/>
      <p:bldP spid="24" grpId="0"/>
      <p:bldP spid="33" grpId="0"/>
      <p:bldP spid="35" grpId="0"/>
      <p:bldP spid="37" grpId="0"/>
      <p:bldP spid="41" grpId="0"/>
      <p:bldP spid="4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320;p54"/>
          <p:cNvSpPr txBox="1">
            <a:spLocks/>
          </p:cNvSpPr>
          <p:nvPr/>
        </p:nvSpPr>
        <p:spPr>
          <a:xfrm>
            <a:off x="3266461" y="417942"/>
            <a:ext cx="4651818" cy="790600"/>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DISADVANTAGE</a:t>
            </a:r>
          </a:p>
        </p:txBody>
      </p:sp>
      <p:pic>
        <p:nvPicPr>
          <p:cNvPr id="26" name="Picture 4"/>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671893" y="-273917"/>
            <a:ext cx="2706352" cy="2706352"/>
          </a:xfrm>
          <a:prstGeom prst="rect">
            <a:avLst/>
          </a:prstGeom>
        </p:spPr>
      </p:pic>
      <p:pic>
        <p:nvPicPr>
          <p:cNvPr id="27" name="Picture 6"/>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a:stretch>
            <a:fillRect/>
          </a:stretch>
        </p:blipFill>
        <p:spPr>
          <a:xfrm rot="13973757">
            <a:off x="10451263" y="4100328"/>
            <a:ext cx="1161395" cy="2890350"/>
          </a:xfrm>
          <a:prstGeom prst="rect">
            <a:avLst/>
          </a:prstGeom>
        </p:spPr>
      </p:pic>
      <p:sp>
        <p:nvSpPr>
          <p:cNvPr id="30" name="Oval 1"/>
          <p:cNvSpPr/>
          <p:nvPr/>
        </p:nvSpPr>
        <p:spPr>
          <a:xfrm rot="1800000">
            <a:off x="9505127" y="-211687"/>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B3A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1"/>
          <p:cNvSpPr/>
          <p:nvPr/>
        </p:nvSpPr>
        <p:spPr>
          <a:xfrm rot="1800000">
            <a:off x="10483703" y="1146507"/>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1"/>
          <p:cNvSpPr/>
          <p:nvPr/>
        </p:nvSpPr>
        <p:spPr>
          <a:xfrm rot="16016294">
            <a:off x="10415530" y="887010"/>
            <a:ext cx="1242317" cy="13285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1320;p54">
            <a:extLst>
              <a:ext uri="{FF2B5EF4-FFF2-40B4-BE49-F238E27FC236}">
                <a16:creationId xmlns:a16="http://schemas.microsoft.com/office/drawing/2014/main" id="{0B7B946E-93D1-77E9-1339-3CDF8B8A140B}"/>
              </a:ext>
            </a:extLst>
          </p:cNvPr>
          <p:cNvSpPr txBox="1">
            <a:spLocks/>
          </p:cNvSpPr>
          <p:nvPr/>
        </p:nvSpPr>
        <p:spPr>
          <a:xfrm>
            <a:off x="1731587" y="2041256"/>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01</a:t>
            </a:r>
          </a:p>
        </p:txBody>
      </p:sp>
      <p:sp>
        <p:nvSpPr>
          <p:cNvPr id="5" name="Google Shape;1321;p54">
            <a:extLst>
              <a:ext uri="{FF2B5EF4-FFF2-40B4-BE49-F238E27FC236}">
                <a16:creationId xmlns:a16="http://schemas.microsoft.com/office/drawing/2014/main" id="{DCB925A1-D6F5-2B0B-9440-614FAD54525B}"/>
              </a:ext>
            </a:extLst>
          </p:cNvPr>
          <p:cNvSpPr txBox="1">
            <a:spLocks/>
          </p:cNvSpPr>
          <p:nvPr/>
        </p:nvSpPr>
        <p:spPr>
          <a:xfrm>
            <a:off x="2842353" y="1991957"/>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Data not store permanently.</a:t>
            </a:r>
          </a:p>
        </p:txBody>
      </p:sp>
      <p:sp>
        <p:nvSpPr>
          <p:cNvPr id="17" name="Google Shape;1320;p54">
            <a:extLst>
              <a:ext uri="{FF2B5EF4-FFF2-40B4-BE49-F238E27FC236}">
                <a16:creationId xmlns:a16="http://schemas.microsoft.com/office/drawing/2014/main" id="{E6A5D41C-44FC-7B91-4A16-3AA550A1D4E6}"/>
              </a:ext>
            </a:extLst>
          </p:cNvPr>
          <p:cNvSpPr txBox="1">
            <a:spLocks/>
          </p:cNvSpPr>
          <p:nvPr/>
        </p:nvSpPr>
        <p:spPr>
          <a:xfrm>
            <a:off x="1731587" y="3024766"/>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02</a:t>
            </a:r>
          </a:p>
        </p:txBody>
      </p:sp>
      <p:sp>
        <p:nvSpPr>
          <p:cNvPr id="24" name="Google Shape;1320;p54">
            <a:extLst>
              <a:ext uri="{FF2B5EF4-FFF2-40B4-BE49-F238E27FC236}">
                <a16:creationId xmlns:a16="http://schemas.microsoft.com/office/drawing/2014/main" id="{895C0009-C48A-2225-CF39-7B561C80170E}"/>
              </a:ext>
            </a:extLst>
          </p:cNvPr>
          <p:cNvSpPr txBox="1">
            <a:spLocks/>
          </p:cNvSpPr>
          <p:nvPr/>
        </p:nvSpPr>
        <p:spPr>
          <a:xfrm>
            <a:off x="1759007" y="4237781"/>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03</a:t>
            </a:r>
          </a:p>
        </p:txBody>
      </p:sp>
      <p:sp>
        <p:nvSpPr>
          <p:cNvPr id="35" name="Google Shape;1321;p54">
            <a:extLst>
              <a:ext uri="{FF2B5EF4-FFF2-40B4-BE49-F238E27FC236}">
                <a16:creationId xmlns:a16="http://schemas.microsoft.com/office/drawing/2014/main" id="{291709D2-971C-530F-AB7E-7AF68D0E4186}"/>
              </a:ext>
            </a:extLst>
          </p:cNvPr>
          <p:cNvSpPr txBox="1">
            <a:spLocks/>
          </p:cNvSpPr>
          <p:nvPr/>
        </p:nvSpPr>
        <p:spPr>
          <a:xfrm>
            <a:off x="2867886" y="2965135"/>
            <a:ext cx="7048275"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Data entry employed needed.</a:t>
            </a:r>
            <a:endParaRPr lang="en-US" sz="2200" dirty="0">
              <a:solidFill>
                <a:schemeClr val="bg2">
                  <a:lumMod val="10000"/>
                </a:schemeClr>
              </a:solidFill>
              <a:latin typeface="Roboto" panose="02000000000000000000" pitchFamily="2" charset="0"/>
              <a:ea typeface="Roboto" panose="02000000000000000000" pitchFamily="2" charset="0"/>
            </a:endParaRPr>
          </a:p>
        </p:txBody>
      </p:sp>
      <p:sp>
        <p:nvSpPr>
          <p:cNvPr id="37" name="Google Shape;1321;p54">
            <a:extLst>
              <a:ext uri="{FF2B5EF4-FFF2-40B4-BE49-F238E27FC236}">
                <a16:creationId xmlns:a16="http://schemas.microsoft.com/office/drawing/2014/main" id="{FA43AF83-C016-16DC-9207-45DE28534FF9}"/>
              </a:ext>
            </a:extLst>
          </p:cNvPr>
          <p:cNvSpPr txBox="1">
            <a:spLocks/>
          </p:cNvSpPr>
          <p:nvPr/>
        </p:nvSpPr>
        <p:spPr>
          <a:xfrm>
            <a:off x="2824593" y="4188482"/>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Minimum Limited car parking slot.</a:t>
            </a:r>
          </a:p>
        </p:txBody>
      </p:sp>
      <p:sp>
        <p:nvSpPr>
          <p:cNvPr id="39" name="Google Shape;1321;p54">
            <a:extLst>
              <a:ext uri="{FF2B5EF4-FFF2-40B4-BE49-F238E27FC236}">
                <a16:creationId xmlns:a16="http://schemas.microsoft.com/office/drawing/2014/main" id="{F60E7BC4-5583-A42B-3D7E-58732D3A7C69}"/>
              </a:ext>
            </a:extLst>
          </p:cNvPr>
          <p:cNvSpPr txBox="1">
            <a:spLocks/>
          </p:cNvSpPr>
          <p:nvPr/>
        </p:nvSpPr>
        <p:spPr>
          <a:xfrm>
            <a:off x="2824595" y="4755300"/>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endParaRPr lang="en-US" sz="2200" dirty="0">
              <a:solidFill>
                <a:schemeClr val="bg2">
                  <a:lumMod val="10000"/>
                </a:schemeClr>
              </a:solidFill>
              <a:latin typeface="Roboto" panose="02000000000000000000" pitchFamily="2" charset="0"/>
              <a:ea typeface="Roboto" panose="02000000000000000000" pitchFamily="2" charset="0"/>
            </a:endParaRPr>
          </a:p>
        </p:txBody>
      </p:sp>
      <p:sp>
        <p:nvSpPr>
          <p:cNvPr id="43" name="Google Shape;1321;p54">
            <a:extLst>
              <a:ext uri="{FF2B5EF4-FFF2-40B4-BE49-F238E27FC236}">
                <a16:creationId xmlns:a16="http://schemas.microsoft.com/office/drawing/2014/main" id="{5AC2DB15-D4A7-8D95-4ACE-33F4DBB446C8}"/>
              </a:ext>
            </a:extLst>
          </p:cNvPr>
          <p:cNvSpPr txBox="1">
            <a:spLocks/>
          </p:cNvSpPr>
          <p:nvPr/>
        </p:nvSpPr>
        <p:spPr>
          <a:xfrm>
            <a:off x="2824593" y="4688823"/>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endParaRPr lang="en-US" sz="2200" dirty="0">
              <a:solidFill>
                <a:schemeClr val="bg2">
                  <a:lumMod val="1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426847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additive="base">
                                        <p:cTn id="24" dur="500" fill="hold"/>
                                        <p:tgtEl>
                                          <p:spTgt spid="17"/>
                                        </p:tgtEl>
                                        <p:attrNameLst>
                                          <p:attrName>ppt_x</p:attrName>
                                        </p:attrNameLst>
                                      </p:cBhvr>
                                      <p:tavLst>
                                        <p:tav tm="0">
                                          <p:val>
                                            <p:strVal val="#ppt_x"/>
                                          </p:val>
                                        </p:tav>
                                        <p:tav tm="100000">
                                          <p:val>
                                            <p:strVal val="#ppt_x"/>
                                          </p:val>
                                        </p:tav>
                                      </p:tavLst>
                                    </p:anim>
                                    <p:anim calcmode="lin" valueType="num">
                                      <p:cBhvr additive="base">
                                        <p:cTn id="25" dur="500" fill="hold"/>
                                        <p:tgtEl>
                                          <p:spTgt spid="17"/>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 calcmode="lin" valueType="num">
                                      <p:cBhvr additive="base">
                                        <p:cTn id="28" dur="500" fill="hold"/>
                                        <p:tgtEl>
                                          <p:spTgt spid="35"/>
                                        </p:tgtEl>
                                        <p:attrNameLst>
                                          <p:attrName>ppt_x</p:attrName>
                                        </p:attrNameLst>
                                      </p:cBhvr>
                                      <p:tavLst>
                                        <p:tav tm="0">
                                          <p:val>
                                            <p:strVal val="#ppt_x"/>
                                          </p:val>
                                        </p:tav>
                                        <p:tav tm="100000">
                                          <p:val>
                                            <p:strVal val="#ppt_x"/>
                                          </p:val>
                                        </p:tav>
                                      </p:tavLst>
                                    </p:anim>
                                    <p:anim calcmode="lin" valueType="num">
                                      <p:cBhvr additive="base">
                                        <p:cTn id="29"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anim calcmode="lin" valueType="num">
                                      <p:cBhvr additive="base">
                                        <p:cTn id="34" dur="500" fill="hold"/>
                                        <p:tgtEl>
                                          <p:spTgt spid="24"/>
                                        </p:tgtEl>
                                        <p:attrNameLst>
                                          <p:attrName>ppt_x</p:attrName>
                                        </p:attrNameLst>
                                      </p:cBhvr>
                                      <p:tavLst>
                                        <p:tav tm="0">
                                          <p:val>
                                            <p:strVal val="#ppt_x"/>
                                          </p:val>
                                        </p:tav>
                                        <p:tav tm="100000">
                                          <p:val>
                                            <p:strVal val="#ppt_x"/>
                                          </p:val>
                                        </p:tav>
                                      </p:tavLst>
                                    </p:anim>
                                    <p:anim calcmode="lin" valueType="num">
                                      <p:cBhvr additive="base">
                                        <p:cTn id="35" dur="500" fill="hold"/>
                                        <p:tgtEl>
                                          <p:spTgt spid="24"/>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 calcmode="lin" valueType="num">
                                      <p:cBhvr additive="base">
                                        <p:cTn id="38" dur="500" fill="hold"/>
                                        <p:tgtEl>
                                          <p:spTgt spid="37"/>
                                        </p:tgtEl>
                                        <p:attrNameLst>
                                          <p:attrName>ppt_x</p:attrName>
                                        </p:attrNameLst>
                                      </p:cBhvr>
                                      <p:tavLst>
                                        <p:tav tm="0">
                                          <p:val>
                                            <p:strVal val="#ppt_x"/>
                                          </p:val>
                                        </p:tav>
                                        <p:tav tm="100000">
                                          <p:val>
                                            <p:strVal val="#ppt_x"/>
                                          </p:val>
                                        </p:tav>
                                      </p:tavLst>
                                    </p:anim>
                                    <p:anim calcmode="lin" valueType="num">
                                      <p:cBhvr additive="base">
                                        <p:cTn id="39"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5" grpId="0"/>
      <p:bldP spid="17" grpId="0"/>
      <p:bldP spid="24" grpId="0"/>
      <p:bldP spid="35" grpId="0"/>
      <p:bldP spid="3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1320;p54"/>
          <p:cNvSpPr txBox="1">
            <a:spLocks/>
          </p:cNvSpPr>
          <p:nvPr/>
        </p:nvSpPr>
        <p:spPr>
          <a:xfrm>
            <a:off x="3266461" y="417942"/>
            <a:ext cx="4651818" cy="790600"/>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APPLICATION</a:t>
            </a:r>
          </a:p>
        </p:txBody>
      </p:sp>
      <p:pic>
        <p:nvPicPr>
          <p:cNvPr id="26" name="Picture 4"/>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671893" y="-273917"/>
            <a:ext cx="2706352" cy="2706352"/>
          </a:xfrm>
          <a:prstGeom prst="rect">
            <a:avLst/>
          </a:prstGeom>
        </p:spPr>
      </p:pic>
      <p:pic>
        <p:nvPicPr>
          <p:cNvPr id="27" name="Picture 6"/>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rcRect/>
          <a:stretch>
            <a:fillRect/>
          </a:stretch>
        </p:blipFill>
        <p:spPr>
          <a:xfrm rot="13973757">
            <a:off x="10451263" y="4100328"/>
            <a:ext cx="1161395" cy="2890350"/>
          </a:xfrm>
          <a:prstGeom prst="rect">
            <a:avLst/>
          </a:prstGeom>
        </p:spPr>
      </p:pic>
      <p:sp>
        <p:nvSpPr>
          <p:cNvPr id="30" name="Oval 1"/>
          <p:cNvSpPr/>
          <p:nvPr/>
        </p:nvSpPr>
        <p:spPr>
          <a:xfrm rot="1800000">
            <a:off x="9505127" y="-211687"/>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B3A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1"/>
          <p:cNvSpPr/>
          <p:nvPr/>
        </p:nvSpPr>
        <p:spPr>
          <a:xfrm rot="1800000">
            <a:off x="10483703" y="1146507"/>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1"/>
          <p:cNvSpPr/>
          <p:nvPr/>
        </p:nvSpPr>
        <p:spPr>
          <a:xfrm rot="16016294">
            <a:off x="10415530" y="887010"/>
            <a:ext cx="1242317" cy="13285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1320;p54">
            <a:extLst>
              <a:ext uri="{FF2B5EF4-FFF2-40B4-BE49-F238E27FC236}">
                <a16:creationId xmlns:a16="http://schemas.microsoft.com/office/drawing/2014/main" id="{0B7B946E-93D1-77E9-1339-3CDF8B8A140B}"/>
              </a:ext>
            </a:extLst>
          </p:cNvPr>
          <p:cNvSpPr txBox="1">
            <a:spLocks/>
          </p:cNvSpPr>
          <p:nvPr/>
        </p:nvSpPr>
        <p:spPr>
          <a:xfrm>
            <a:off x="1731587" y="1811751"/>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01</a:t>
            </a:r>
          </a:p>
        </p:txBody>
      </p:sp>
      <p:sp>
        <p:nvSpPr>
          <p:cNvPr id="5" name="Google Shape;1321;p54">
            <a:extLst>
              <a:ext uri="{FF2B5EF4-FFF2-40B4-BE49-F238E27FC236}">
                <a16:creationId xmlns:a16="http://schemas.microsoft.com/office/drawing/2014/main" id="{DCB925A1-D6F5-2B0B-9440-614FAD54525B}"/>
              </a:ext>
            </a:extLst>
          </p:cNvPr>
          <p:cNvSpPr txBox="1">
            <a:spLocks/>
          </p:cNvSpPr>
          <p:nvPr/>
        </p:nvSpPr>
        <p:spPr>
          <a:xfrm>
            <a:off x="2824595" y="1748314"/>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Enterprises and institution.</a:t>
            </a:r>
          </a:p>
        </p:txBody>
      </p:sp>
      <p:sp>
        <p:nvSpPr>
          <p:cNvPr id="17" name="Google Shape;1320;p54">
            <a:extLst>
              <a:ext uri="{FF2B5EF4-FFF2-40B4-BE49-F238E27FC236}">
                <a16:creationId xmlns:a16="http://schemas.microsoft.com/office/drawing/2014/main" id="{E6A5D41C-44FC-7B91-4A16-3AA550A1D4E6}"/>
              </a:ext>
            </a:extLst>
          </p:cNvPr>
          <p:cNvSpPr txBox="1">
            <a:spLocks/>
          </p:cNvSpPr>
          <p:nvPr/>
        </p:nvSpPr>
        <p:spPr>
          <a:xfrm>
            <a:off x="1731587" y="2682876"/>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02</a:t>
            </a:r>
          </a:p>
        </p:txBody>
      </p:sp>
      <p:sp>
        <p:nvSpPr>
          <p:cNvPr id="24" name="Google Shape;1320;p54">
            <a:extLst>
              <a:ext uri="{FF2B5EF4-FFF2-40B4-BE49-F238E27FC236}">
                <a16:creationId xmlns:a16="http://schemas.microsoft.com/office/drawing/2014/main" id="{895C0009-C48A-2225-CF39-7B561C80170E}"/>
              </a:ext>
            </a:extLst>
          </p:cNvPr>
          <p:cNvSpPr txBox="1">
            <a:spLocks/>
          </p:cNvSpPr>
          <p:nvPr/>
        </p:nvSpPr>
        <p:spPr>
          <a:xfrm>
            <a:off x="1731587" y="3727463"/>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03</a:t>
            </a:r>
          </a:p>
        </p:txBody>
      </p:sp>
      <p:sp>
        <p:nvSpPr>
          <p:cNvPr id="28" name="Google Shape;1320;p54">
            <a:extLst>
              <a:ext uri="{FF2B5EF4-FFF2-40B4-BE49-F238E27FC236}">
                <a16:creationId xmlns:a16="http://schemas.microsoft.com/office/drawing/2014/main" id="{E5161172-AC7B-6002-2F0C-679A4C1D0056}"/>
              </a:ext>
            </a:extLst>
          </p:cNvPr>
          <p:cNvSpPr txBox="1">
            <a:spLocks/>
          </p:cNvSpPr>
          <p:nvPr/>
        </p:nvSpPr>
        <p:spPr>
          <a:xfrm>
            <a:off x="1731587" y="4779950"/>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04</a:t>
            </a:r>
          </a:p>
        </p:txBody>
      </p:sp>
      <p:sp>
        <p:nvSpPr>
          <p:cNvPr id="33" name="Google Shape;1320;p54">
            <a:extLst>
              <a:ext uri="{FF2B5EF4-FFF2-40B4-BE49-F238E27FC236}">
                <a16:creationId xmlns:a16="http://schemas.microsoft.com/office/drawing/2014/main" id="{0CF57CAE-736E-0EB8-AE04-6E5F86BEBDE1}"/>
              </a:ext>
            </a:extLst>
          </p:cNvPr>
          <p:cNvSpPr txBox="1">
            <a:spLocks/>
          </p:cNvSpPr>
          <p:nvPr/>
        </p:nvSpPr>
        <p:spPr>
          <a:xfrm>
            <a:off x="1731587" y="5981755"/>
            <a:ext cx="904258" cy="620684"/>
          </a:xfrm>
          <a:prstGeom prst="rect">
            <a:avLst/>
          </a:prstGeom>
        </p:spPr>
        <p:txBody>
          <a:bodyPr spcFirstLastPara="1" vert="horz" wrap="square" lIns="91425" tIns="91425" rIns="91425" bIns="91425" rtlCol="0" anchor="b"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pPr>
            <a:r>
              <a:rPr lang="en-US" b="1" dirty="0">
                <a:solidFill>
                  <a:srgbClr val="293242"/>
                </a:solidFill>
                <a:latin typeface="Century Gothic" panose="020B0502020202020204" pitchFamily="34" charset="0"/>
                <a:ea typeface="Roboto" panose="02000000000000000000" pitchFamily="2" charset="0"/>
              </a:rPr>
              <a:t>05</a:t>
            </a:r>
          </a:p>
        </p:txBody>
      </p:sp>
      <p:sp>
        <p:nvSpPr>
          <p:cNvPr id="35" name="Google Shape;1321;p54">
            <a:extLst>
              <a:ext uri="{FF2B5EF4-FFF2-40B4-BE49-F238E27FC236}">
                <a16:creationId xmlns:a16="http://schemas.microsoft.com/office/drawing/2014/main" id="{291709D2-971C-530F-AB7E-7AF68D0E4186}"/>
              </a:ext>
            </a:extLst>
          </p:cNvPr>
          <p:cNvSpPr txBox="1">
            <a:spLocks/>
          </p:cNvSpPr>
          <p:nvPr/>
        </p:nvSpPr>
        <p:spPr>
          <a:xfrm>
            <a:off x="2824593" y="2605495"/>
            <a:ext cx="7048275"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Market place</a:t>
            </a:r>
            <a:r>
              <a:rPr lang="en-US" sz="2200" dirty="0">
                <a:solidFill>
                  <a:schemeClr val="bg2">
                    <a:lumMod val="10000"/>
                  </a:schemeClr>
                </a:solidFill>
                <a:latin typeface="Roboto" panose="02000000000000000000" pitchFamily="2" charset="0"/>
                <a:ea typeface="Roboto" panose="02000000000000000000" pitchFamily="2" charset="0"/>
              </a:rPr>
              <a:t>.</a:t>
            </a:r>
          </a:p>
        </p:txBody>
      </p:sp>
      <p:sp>
        <p:nvSpPr>
          <p:cNvPr id="37" name="Google Shape;1321;p54">
            <a:extLst>
              <a:ext uri="{FF2B5EF4-FFF2-40B4-BE49-F238E27FC236}">
                <a16:creationId xmlns:a16="http://schemas.microsoft.com/office/drawing/2014/main" id="{FA43AF83-C016-16DC-9207-45DE28534FF9}"/>
              </a:ext>
            </a:extLst>
          </p:cNvPr>
          <p:cNvSpPr txBox="1">
            <a:spLocks/>
          </p:cNvSpPr>
          <p:nvPr/>
        </p:nvSpPr>
        <p:spPr>
          <a:xfrm>
            <a:off x="2824593" y="3650610"/>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Plaza.</a:t>
            </a:r>
          </a:p>
        </p:txBody>
      </p:sp>
      <p:sp>
        <p:nvSpPr>
          <p:cNvPr id="39" name="Google Shape;1321;p54">
            <a:extLst>
              <a:ext uri="{FF2B5EF4-FFF2-40B4-BE49-F238E27FC236}">
                <a16:creationId xmlns:a16="http://schemas.microsoft.com/office/drawing/2014/main" id="{F60E7BC4-5583-A42B-3D7E-58732D3A7C69}"/>
              </a:ext>
            </a:extLst>
          </p:cNvPr>
          <p:cNvSpPr txBox="1">
            <a:spLocks/>
          </p:cNvSpPr>
          <p:nvPr/>
        </p:nvSpPr>
        <p:spPr>
          <a:xfrm>
            <a:off x="2824595" y="4755300"/>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endParaRPr lang="en-US" sz="2200" dirty="0">
              <a:solidFill>
                <a:schemeClr val="bg2">
                  <a:lumMod val="10000"/>
                </a:schemeClr>
              </a:solidFill>
              <a:latin typeface="Roboto" panose="02000000000000000000" pitchFamily="2" charset="0"/>
              <a:ea typeface="Roboto" panose="02000000000000000000" pitchFamily="2" charset="0"/>
            </a:endParaRPr>
          </a:p>
        </p:txBody>
      </p:sp>
      <p:sp>
        <p:nvSpPr>
          <p:cNvPr id="41" name="Google Shape;1321;p54">
            <a:extLst>
              <a:ext uri="{FF2B5EF4-FFF2-40B4-BE49-F238E27FC236}">
                <a16:creationId xmlns:a16="http://schemas.microsoft.com/office/drawing/2014/main" id="{C2662205-F428-BA47-7E29-CC56EBA07288}"/>
              </a:ext>
            </a:extLst>
          </p:cNvPr>
          <p:cNvSpPr txBox="1">
            <a:spLocks/>
          </p:cNvSpPr>
          <p:nvPr/>
        </p:nvSpPr>
        <p:spPr>
          <a:xfrm>
            <a:off x="2824593" y="5926997"/>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chemeClr val="bg2">
                    <a:lumMod val="10000"/>
                  </a:schemeClr>
                </a:solidFill>
                <a:latin typeface="Roboto" panose="02000000000000000000" pitchFamily="2" charset="0"/>
                <a:ea typeface="Roboto" panose="02000000000000000000" pitchFamily="2" charset="0"/>
              </a:rPr>
              <a:t>Factory.</a:t>
            </a:r>
          </a:p>
        </p:txBody>
      </p:sp>
      <p:sp>
        <p:nvSpPr>
          <p:cNvPr id="43" name="Google Shape;1321;p54">
            <a:extLst>
              <a:ext uri="{FF2B5EF4-FFF2-40B4-BE49-F238E27FC236}">
                <a16:creationId xmlns:a16="http://schemas.microsoft.com/office/drawing/2014/main" id="{5AC2DB15-D4A7-8D95-4ACE-33F4DBB446C8}"/>
              </a:ext>
            </a:extLst>
          </p:cNvPr>
          <p:cNvSpPr txBox="1">
            <a:spLocks/>
          </p:cNvSpPr>
          <p:nvPr/>
        </p:nvSpPr>
        <p:spPr>
          <a:xfrm>
            <a:off x="2824593" y="4688823"/>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endParaRPr lang="en-US" sz="2200" dirty="0">
              <a:solidFill>
                <a:schemeClr val="bg2">
                  <a:lumMod val="10000"/>
                </a:schemeClr>
              </a:solidFill>
              <a:latin typeface="Roboto" panose="02000000000000000000" pitchFamily="2" charset="0"/>
              <a:ea typeface="Roboto" panose="02000000000000000000" pitchFamily="2" charset="0"/>
            </a:endParaRPr>
          </a:p>
        </p:txBody>
      </p:sp>
      <p:sp>
        <p:nvSpPr>
          <p:cNvPr id="45" name="Google Shape;1321;p54">
            <a:extLst>
              <a:ext uri="{FF2B5EF4-FFF2-40B4-BE49-F238E27FC236}">
                <a16:creationId xmlns:a16="http://schemas.microsoft.com/office/drawing/2014/main" id="{FE0CE5BC-314F-C804-9C27-726330BDDCF0}"/>
              </a:ext>
            </a:extLst>
          </p:cNvPr>
          <p:cNvSpPr txBox="1">
            <a:spLocks/>
          </p:cNvSpPr>
          <p:nvPr/>
        </p:nvSpPr>
        <p:spPr>
          <a:xfrm>
            <a:off x="2824593" y="4730651"/>
            <a:ext cx="6704464"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dirty="0">
                <a:solidFill>
                  <a:srgbClr val="000000"/>
                </a:solidFill>
                <a:latin typeface="Roboto" panose="02000000000000000000" pitchFamily="2" charset="0"/>
                <a:ea typeface="Roboto" panose="02000000000000000000" pitchFamily="2" charset="0"/>
              </a:rPr>
              <a:t>Hospital</a:t>
            </a:r>
            <a:r>
              <a:rPr lang="en-US" b="0" i="0" dirty="0">
                <a:solidFill>
                  <a:srgbClr val="000000"/>
                </a:solidFill>
                <a:effectLst/>
                <a:latin typeface="Roboto" panose="02000000000000000000" pitchFamily="2" charset="0"/>
                <a:ea typeface="Roboto" panose="02000000000000000000" pitchFamily="2" charset="0"/>
              </a:rPr>
              <a:t>.</a:t>
            </a:r>
            <a:endParaRPr lang="en-US" dirty="0">
              <a:solidFill>
                <a:schemeClr val="bg2">
                  <a:lumMod val="1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797981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additive="base">
                                        <p:cTn id="14" dur="500" fill="hold"/>
                                        <p:tgtEl>
                                          <p:spTgt spid="3"/>
                                        </p:tgtEl>
                                        <p:attrNameLst>
                                          <p:attrName>ppt_x</p:attrName>
                                        </p:attrNameLst>
                                      </p:cBhvr>
                                      <p:tavLst>
                                        <p:tav tm="0">
                                          <p:val>
                                            <p:strVal val="#ppt_x"/>
                                          </p:val>
                                        </p:tav>
                                        <p:tav tm="100000">
                                          <p:val>
                                            <p:strVal val="#ppt_x"/>
                                          </p:val>
                                        </p:tav>
                                      </p:tavLst>
                                    </p:anim>
                                    <p:anim calcmode="lin" valueType="num">
                                      <p:cBhvr additive="base">
                                        <p:cTn id="15" dur="500" fill="hold"/>
                                        <p:tgtEl>
                                          <p:spTgt spid="3"/>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 calcmode="lin" valueType="num">
                                      <p:cBhvr additive="base">
                                        <p:cTn id="24" dur="500" fill="hold"/>
                                        <p:tgtEl>
                                          <p:spTgt spid="17"/>
                                        </p:tgtEl>
                                        <p:attrNameLst>
                                          <p:attrName>ppt_x</p:attrName>
                                        </p:attrNameLst>
                                      </p:cBhvr>
                                      <p:tavLst>
                                        <p:tav tm="0">
                                          <p:val>
                                            <p:strVal val="#ppt_x"/>
                                          </p:val>
                                        </p:tav>
                                        <p:tav tm="100000">
                                          <p:val>
                                            <p:strVal val="#ppt_x"/>
                                          </p:val>
                                        </p:tav>
                                      </p:tavLst>
                                    </p:anim>
                                    <p:anim calcmode="lin" valueType="num">
                                      <p:cBhvr additive="base">
                                        <p:cTn id="25" dur="500" fill="hold"/>
                                        <p:tgtEl>
                                          <p:spTgt spid="17"/>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35"/>
                                        </p:tgtEl>
                                        <p:attrNameLst>
                                          <p:attrName>style.visibility</p:attrName>
                                        </p:attrNameLst>
                                      </p:cBhvr>
                                      <p:to>
                                        <p:strVal val="visible"/>
                                      </p:to>
                                    </p:set>
                                    <p:anim calcmode="lin" valueType="num">
                                      <p:cBhvr additive="base">
                                        <p:cTn id="28" dur="500" fill="hold"/>
                                        <p:tgtEl>
                                          <p:spTgt spid="35"/>
                                        </p:tgtEl>
                                        <p:attrNameLst>
                                          <p:attrName>ppt_x</p:attrName>
                                        </p:attrNameLst>
                                      </p:cBhvr>
                                      <p:tavLst>
                                        <p:tav tm="0">
                                          <p:val>
                                            <p:strVal val="#ppt_x"/>
                                          </p:val>
                                        </p:tav>
                                        <p:tav tm="100000">
                                          <p:val>
                                            <p:strVal val="#ppt_x"/>
                                          </p:val>
                                        </p:tav>
                                      </p:tavLst>
                                    </p:anim>
                                    <p:anim calcmode="lin" valueType="num">
                                      <p:cBhvr additive="base">
                                        <p:cTn id="29"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4"/>
                                        </p:tgtEl>
                                        <p:attrNameLst>
                                          <p:attrName>style.visibility</p:attrName>
                                        </p:attrNameLst>
                                      </p:cBhvr>
                                      <p:to>
                                        <p:strVal val="visible"/>
                                      </p:to>
                                    </p:set>
                                    <p:anim calcmode="lin" valueType="num">
                                      <p:cBhvr additive="base">
                                        <p:cTn id="34" dur="500" fill="hold"/>
                                        <p:tgtEl>
                                          <p:spTgt spid="24"/>
                                        </p:tgtEl>
                                        <p:attrNameLst>
                                          <p:attrName>ppt_x</p:attrName>
                                        </p:attrNameLst>
                                      </p:cBhvr>
                                      <p:tavLst>
                                        <p:tav tm="0">
                                          <p:val>
                                            <p:strVal val="#ppt_x"/>
                                          </p:val>
                                        </p:tav>
                                        <p:tav tm="100000">
                                          <p:val>
                                            <p:strVal val="#ppt_x"/>
                                          </p:val>
                                        </p:tav>
                                      </p:tavLst>
                                    </p:anim>
                                    <p:anim calcmode="lin" valueType="num">
                                      <p:cBhvr additive="base">
                                        <p:cTn id="35" dur="500" fill="hold"/>
                                        <p:tgtEl>
                                          <p:spTgt spid="24"/>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 calcmode="lin" valueType="num">
                                      <p:cBhvr additive="base">
                                        <p:cTn id="38" dur="500" fill="hold"/>
                                        <p:tgtEl>
                                          <p:spTgt spid="37"/>
                                        </p:tgtEl>
                                        <p:attrNameLst>
                                          <p:attrName>ppt_x</p:attrName>
                                        </p:attrNameLst>
                                      </p:cBhvr>
                                      <p:tavLst>
                                        <p:tav tm="0">
                                          <p:val>
                                            <p:strVal val="#ppt_x"/>
                                          </p:val>
                                        </p:tav>
                                        <p:tav tm="100000">
                                          <p:val>
                                            <p:strVal val="#ppt_x"/>
                                          </p:val>
                                        </p:tav>
                                      </p:tavLst>
                                    </p:anim>
                                    <p:anim calcmode="lin" valueType="num">
                                      <p:cBhvr additive="base">
                                        <p:cTn id="39"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28">
                                            <p:txEl>
                                              <p:pRg st="0" end="0"/>
                                            </p:txEl>
                                          </p:spTgt>
                                        </p:tgtEl>
                                        <p:attrNameLst>
                                          <p:attrName>style.visibility</p:attrName>
                                        </p:attrNameLst>
                                      </p:cBhvr>
                                      <p:to>
                                        <p:strVal val="visible"/>
                                      </p:to>
                                    </p:set>
                                    <p:anim calcmode="lin" valueType="num">
                                      <p:cBhvr additive="base">
                                        <p:cTn id="44" dur="500" fill="hold"/>
                                        <p:tgtEl>
                                          <p:spTgt spid="28">
                                            <p:txEl>
                                              <p:pRg st="0" end="0"/>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28">
                                            <p:txEl>
                                              <p:pRg st="0" end="0"/>
                                            </p:txEl>
                                          </p:spTgt>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45"/>
                                        </p:tgtEl>
                                        <p:attrNameLst>
                                          <p:attrName>style.visibility</p:attrName>
                                        </p:attrNameLst>
                                      </p:cBhvr>
                                      <p:to>
                                        <p:strVal val="visible"/>
                                      </p:to>
                                    </p:set>
                                    <p:anim calcmode="lin" valueType="num">
                                      <p:cBhvr additive="base">
                                        <p:cTn id="48" dur="500" fill="hold"/>
                                        <p:tgtEl>
                                          <p:spTgt spid="45"/>
                                        </p:tgtEl>
                                        <p:attrNameLst>
                                          <p:attrName>ppt_x</p:attrName>
                                        </p:attrNameLst>
                                      </p:cBhvr>
                                      <p:tavLst>
                                        <p:tav tm="0">
                                          <p:val>
                                            <p:strVal val="#ppt_x"/>
                                          </p:val>
                                        </p:tav>
                                        <p:tav tm="100000">
                                          <p:val>
                                            <p:strVal val="#ppt_x"/>
                                          </p:val>
                                        </p:tav>
                                      </p:tavLst>
                                    </p:anim>
                                    <p:anim calcmode="lin" valueType="num">
                                      <p:cBhvr additive="base">
                                        <p:cTn id="49"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3"/>
                                        </p:tgtEl>
                                        <p:attrNameLst>
                                          <p:attrName>style.visibility</p:attrName>
                                        </p:attrNameLst>
                                      </p:cBhvr>
                                      <p:to>
                                        <p:strVal val="visible"/>
                                      </p:to>
                                    </p:set>
                                    <p:anim calcmode="lin" valueType="num">
                                      <p:cBhvr additive="base">
                                        <p:cTn id="54" dur="500" fill="hold"/>
                                        <p:tgtEl>
                                          <p:spTgt spid="33"/>
                                        </p:tgtEl>
                                        <p:attrNameLst>
                                          <p:attrName>ppt_x</p:attrName>
                                        </p:attrNameLst>
                                      </p:cBhvr>
                                      <p:tavLst>
                                        <p:tav tm="0">
                                          <p:val>
                                            <p:strVal val="#ppt_x"/>
                                          </p:val>
                                        </p:tav>
                                        <p:tav tm="100000">
                                          <p:val>
                                            <p:strVal val="#ppt_x"/>
                                          </p:val>
                                        </p:tav>
                                      </p:tavLst>
                                    </p:anim>
                                    <p:anim calcmode="lin" valueType="num">
                                      <p:cBhvr additive="base">
                                        <p:cTn id="55"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41"/>
                                        </p:tgtEl>
                                        <p:attrNameLst>
                                          <p:attrName>style.visibility</p:attrName>
                                        </p:attrNameLst>
                                      </p:cBhvr>
                                      <p:to>
                                        <p:strVal val="visible"/>
                                      </p:to>
                                    </p:set>
                                    <p:anim calcmode="lin" valueType="num">
                                      <p:cBhvr additive="base">
                                        <p:cTn id="60" dur="500" fill="hold"/>
                                        <p:tgtEl>
                                          <p:spTgt spid="41"/>
                                        </p:tgtEl>
                                        <p:attrNameLst>
                                          <p:attrName>ppt_x</p:attrName>
                                        </p:attrNameLst>
                                      </p:cBhvr>
                                      <p:tavLst>
                                        <p:tav tm="0">
                                          <p:val>
                                            <p:strVal val="#ppt_x"/>
                                          </p:val>
                                        </p:tav>
                                        <p:tav tm="100000">
                                          <p:val>
                                            <p:strVal val="#ppt_x"/>
                                          </p:val>
                                        </p:tav>
                                      </p:tavLst>
                                    </p:anim>
                                    <p:anim calcmode="lin" valueType="num">
                                      <p:cBhvr additive="base">
                                        <p:cTn id="61"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3" grpId="0"/>
      <p:bldP spid="5" grpId="0"/>
      <p:bldP spid="17" grpId="0"/>
      <p:bldP spid="24" grpId="0"/>
      <p:bldP spid="33" grpId="0"/>
      <p:bldP spid="35" grpId="0"/>
      <p:bldP spid="37" grpId="0"/>
      <p:bldP spid="41" grpId="0"/>
      <p:bldP spid="4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Oval 1"/>
          <p:cNvSpPr/>
          <p:nvPr/>
        </p:nvSpPr>
        <p:spPr>
          <a:xfrm rot="19800000">
            <a:off x="-704002" y="1017117"/>
            <a:ext cx="1512485" cy="15803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A4A3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val 1"/>
          <p:cNvSpPr/>
          <p:nvPr/>
        </p:nvSpPr>
        <p:spPr>
          <a:xfrm rot="1800000">
            <a:off x="-554248" y="2772654"/>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9DA2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1"/>
          <p:cNvSpPr/>
          <p:nvPr/>
        </p:nvSpPr>
        <p:spPr>
          <a:xfrm rot="1800000">
            <a:off x="-1061395" y="1924006"/>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1"/>
          <p:cNvSpPr/>
          <p:nvPr/>
        </p:nvSpPr>
        <p:spPr>
          <a:xfrm rot="16016294">
            <a:off x="-783911" y="2205462"/>
            <a:ext cx="1242317" cy="13285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Google Shape;1321;p54"/>
          <p:cNvSpPr txBox="1">
            <a:spLocks/>
          </p:cNvSpPr>
          <p:nvPr/>
        </p:nvSpPr>
        <p:spPr>
          <a:xfrm>
            <a:off x="3819533" y="277950"/>
            <a:ext cx="5432851"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4000" b="1" dirty="0">
                <a:solidFill>
                  <a:srgbClr val="293242"/>
                </a:solidFill>
                <a:latin typeface="Roboto" panose="02000000000000000000" pitchFamily="2" charset="0"/>
                <a:ea typeface="Roboto" panose="02000000000000000000" pitchFamily="2" charset="0"/>
              </a:rPr>
              <a:t>Future Scope</a:t>
            </a:r>
          </a:p>
        </p:txBody>
      </p:sp>
      <p:sp>
        <p:nvSpPr>
          <p:cNvPr id="23" name="Oval 1"/>
          <p:cNvSpPr/>
          <p:nvPr/>
        </p:nvSpPr>
        <p:spPr>
          <a:xfrm rot="18000000">
            <a:off x="10764465" y="128237"/>
            <a:ext cx="1512485" cy="15803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A4A3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1"/>
          <p:cNvSpPr/>
          <p:nvPr/>
        </p:nvSpPr>
        <p:spPr>
          <a:xfrm rot="18000000">
            <a:off x="10222413" y="-45326"/>
            <a:ext cx="1512485" cy="15803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1"/>
          <p:cNvSpPr/>
          <p:nvPr/>
        </p:nvSpPr>
        <p:spPr>
          <a:xfrm rot="18000000">
            <a:off x="10304241" y="-15545"/>
            <a:ext cx="1292762" cy="1442827"/>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1"/>
          <p:cNvSpPr/>
          <p:nvPr/>
        </p:nvSpPr>
        <p:spPr>
          <a:xfrm rot="1800000">
            <a:off x="-607867" y="-493033"/>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1"/>
          <p:cNvSpPr/>
          <p:nvPr/>
        </p:nvSpPr>
        <p:spPr>
          <a:xfrm>
            <a:off x="11128910" y="1877906"/>
            <a:ext cx="1670090" cy="1789498"/>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solidFill>
            <a:srgbClr val="9DA2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1"/>
          <p:cNvSpPr/>
          <p:nvPr/>
        </p:nvSpPr>
        <p:spPr>
          <a:xfrm rot="18000000">
            <a:off x="11507129" y="1190999"/>
            <a:ext cx="1512485" cy="1580374"/>
          </a:xfrm>
          <a:custGeom>
            <a:avLst/>
            <a:gdLst>
              <a:gd name="connsiteX0" fmla="*/ 0 w 1028700"/>
              <a:gd name="connsiteY0" fmla="*/ 666750 h 1333500"/>
              <a:gd name="connsiteX1" fmla="*/ 514350 w 1028700"/>
              <a:gd name="connsiteY1" fmla="*/ 0 h 1333500"/>
              <a:gd name="connsiteX2" fmla="*/ 1028700 w 1028700"/>
              <a:gd name="connsiteY2" fmla="*/ 666750 h 1333500"/>
              <a:gd name="connsiteX3" fmla="*/ 514350 w 1028700"/>
              <a:gd name="connsiteY3" fmla="*/ 1333500 h 1333500"/>
              <a:gd name="connsiteX4" fmla="*/ 0 w 1028700"/>
              <a:gd name="connsiteY4" fmla="*/ 666750 h 1333500"/>
              <a:gd name="connsiteX0" fmla="*/ 15 w 1028715"/>
              <a:gd name="connsiteY0" fmla="*/ 400050 h 1066800"/>
              <a:gd name="connsiteX1" fmla="*/ 501665 w 1028715"/>
              <a:gd name="connsiteY1" fmla="*/ 0 h 1066800"/>
              <a:gd name="connsiteX2" fmla="*/ 1028715 w 1028715"/>
              <a:gd name="connsiteY2" fmla="*/ 400050 h 1066800"/>
              <a:gd name="connsiteX3" fmla="*/ 514365 w 1028715"/>
              <a:gd name="connsiteY3" fmla="*/ 1066800 h 1066800"/>
              <a:gd name="connsiteX4" fmla="*/ 15 w 1028715"/>
              <a:gd name="connsiteY4" fmla="*/ 400050 h 1066800"/>
              <a:gd name="connsiteX0" fmla="*/ 9 w 1066809"/>
              <a:gd name="connsiteY0" fmla="*/ 570999 h 1074175"/>
              <a:gd name="connsiteX1" fmla="*/ 539759 w 1066809"/>
              <a:gd name="connsiteY1" fmla="*/ 5849 h 1074175"/>
              <a:gd name="connsiteX2" fmla="*/ 1066809 w 1066809"/>
              <a:gd name="connsiteY2" fmla="*/ 405899 h 1074175"/>
              <a:gd name="connsiteX3" fmla="*/ 552459 w 1066809"/>
              <a:gd name="connsiteY3" fmla="*/ 1072649 h 1074175"/>
              <a:gd name="connsiteX4" fmla="*/ 9 w 1066809"/>
              <a:gd name="connsiteY4" fmla="*/ 570999 h 1074175"/>
              <a:gd name="connsiteX0" fmla="*/ 2541 w 1069341"/>
              <a:gd name="connsiteY0" fmla="*/ 570999 h 1112155"/>
              <a:gd name="connsiteX1" fmla="*/ 542291 w 1069341"/>
              <a:gd name="connsiteY1" fmla="*/ 5849 h 1112155"/>
              <a:gd name="connsiteX2" fmla="*/ 1069341 w 1069341"/>
              <a:gd name="connsiteY2" fmla="*/ 405899 h 1112155"/>
              <a:gd name="connsiteX3" fmla="*/ 770891 w 1069341"/>
              <a:gd name="connsiteY3" fmla="*/ 1110749 h 1112155"/>
              <a:gd name="connsiteX4" fmla="*/ 2541 w 1069341"/>
              <a:gd name="connsiteY4" fmla="*/ 570999 h 1112155"/>
              <a:gd name="connsiteX0" fmla="*/ 2630 w 1158330"/>
              <a:gd name="connsiteY0" fmla="*/ 580518 h 1122847"/>
              <a:gd name="connsiteX1" fmla="*/ 542380 w 1158330"/>
              <a:gd name="connsiteY1" fmla="*/ 15368 h 1122847"/>
              <a:gd name="connsiteX2" fmla="*/ 1158330 w 1158330"/>
              <a:gd name="connsiteY2" fmla="*/ 351918 h 1122847"/>
              <a:gd name="connsiteX3" fmla="*/ 770980 w 1158330"/>
              <a:gd name="connsiteY3" fmla="*/ 1120268 h 1122847"/>
              <a:gd name="connsiteX4" fmla="*/ 2630 w 1158330"/>
              <a:gd name="connsiteY4" fmla="*/ 580518 h 1122847"/>
              <a:gd name="connsiteX0" fmla="*/ 2630 w 1158330"/>
              <a:gd name="connsiteY0" fmla="*/ 580518 h 1172541"/>
              <a:gd name="connsiteX1" fmla="*/ 542380 w 1158330"/>
              <a:gd name="connsiteY1" fmla="*/ 15368 h 1172541"/>
              <a:gd name="connsiteX2" fmla="*/ 1158330 w 1158330"/>
              <a:gd name="connsiteY2" fmla="*/ 351918 h 1172541"/>
              <a:gd name="connsiteX3" fmla="*/ 770980 w 1158330"/>
              <a:gd name="connsiteY3" fmla="*/ 1120268 h 1172541"/>
              <a:gd name="connsiteX4" fmla="*/ 2630 w 1158330"/>
              <a:gd name="connsiteY4" fmla="*/ 580518 h 1172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8330" h="1172541">
                <a:moveTo>
                  <a:pt x="2630" y="580518"/>
                </a:moveTo>
                <a:cubicBezTo>
                  <a:pt x="-35470" y="396368"/>
                  <a:pt x="349763" y="53468"/>
                  <a:pt x="542380" y="15368"/>
                </a:cubicBezTo>
                <a:cubicBezTo>
                  <a:pt x="734997" y="-22732"/>
                  <a:pt x="1158330" y="-16318"/>
                  <a:pt x="1158330" y="351918"/>
                </a:cubicBezTo>
                <a:cubicBezTo>
                  <a:pt x="1158330" y="720154"/>
                  <a:pt x="1115997" y="891668"/>
                  <a:pt x="770980" y="1120268"/>
                </a:cubicBezTo>
                <a:cubicBezTo>
                  <a:pt x="425963" y="1348868"/>
                  <a:pt x="40730" y="764668"/>
                  <a:pt x="2630" y="580518"/>
                </a:cubicBezTo>
                <a:close/>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6"/>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rcRect/>
          <a:stretch>
            <a:fillRect/>
          </a:stretch>
        </p:blipFill>
        <p:spPr>
          <a:xfrm>
            <a:off x="11126310" y="3977944"/>
            <a:ext cx="1061827" cy="3010334"/>
          </a:xfrm>
          <a:prstGeom prst="rect">
            <a:avLst/>
          </a:prstGeom>
        </p:spPr>
      </p:pic>
      <p:sp>
        <p:nvSpPr>
          <p:cNvPr id="15" name="Google Shape;1321;p54">
            <a:extLst>
              <a:ext uri="{FF2B5EF4-FFF2-40B4-BE49-F238E27FC236}">
                <a16:creationId xmlns:a16="http://schemas.microsoft.com/office/drawing/2014/main" id="{C17B1BDE-5A8D-ACE3-F1D1-2D0A8801D714}"/>
              </a:ext>
            </a:extLst>
          </p:cNvPr>
          <p:cNvSpPr txBox="1">
            <a:spLocks/>
          </p:cNvSpPr>
          <p:nvPr/>
        </p:nvSpPr>
        <p:spPr>
          <a:xfrm>
            <a:off x="2679728" y="2646199"/>
            <a:ext cx="4238587"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endParaRPr lang="en-US" dirty="0">
              <a:solidFill>
                <a:schemeClr val="bg2">
                  <a:lumMod val="10000"/>
                </a:schemeClr>
              </a:solidFill>
              <a:latin typeface="Roboto" panose="02000000000000000000" pitchFamily="2" charset="0"/>
              <a:ea typeface="Roboto" panose="02000000000000000000" pitchFamily="2" charset="0"/>
            </a:endParaRPr>
          </a:p>
        </p:txBody>
      </p:sp>
      <p:sp>
        <p:nvSpPr>
          <p:cNvPr id="9" name="TextBox 8">
            <a:extLst>
              <a:ext uri="{FF2B5EF4-FFF2-40B4-BE49-F238E27FC236}">
                <a16:creationId xmlns:a16="http://schemas.microsoft.com/office/drawing/2014/main" id="{FA45308E-2FBB-BF16-9C64-4962861DFC80}"/>
              </a:ext>
            </a:extLst>
          </p:cNvPr>
          <p:cNvSpPr txBox="1"/>
          <p:nvPr/>
        </p:nvSpPr>
        <p:spPr>
          <a:xfrm>
            <a:off x="1589852" y="1885417"/>
            <a:ext cx="8671428" cy="3108543"/>
          </a:xfrm>
          <a:prstGeom prst="rect">
            <a:avLst/>
          </a:prstGeom>
          <a:noFill/>
        </p:spPr>
        <p:txBody>
          <a:bodyPr wrap="square" rtlCol="0">
            <a:spAutoFit/>
          </a:bodyPr>
          <a:lstStyle/>
          <a:p>
            <a:pPr algn="just"/>
            <a:r>
              <a:rPr lang="en-US" sz="2800" b="0" i="0" dirty="0">
                <a:solidFill>
                  <a:srgbClr val="000000"/>
                </a:solidFill>
                <a:effectLst/>
              </a:rPr>
              <a:t>In the modern age. Many people have vehicles. Vehicle is now a basic need. Everyplace is under the process of urbanization. There are many corporate offices and shopping centers etc. There are many recreational places where people used to go for refreshment. So, all these places need a parking space where people can park their vehicles safely and easily. </a:t>
            </a:r>
            <a:endParaRPr lang="en-US" dirty="0"/>
          </a:p>
        </p:txBody>
      </p:sp>
    </p:spTree>
    <p:extLst>
      <p:ext uri="{BB962C8B-B14F-4D97-AF65-F5344CB8AC3E}">
        <p14:creationId xmlns:p14="http://schemas.microsoft.com/office/powerpoint/2010/main" val="3778689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2" presetClass="entr" presetSubtype="4" fill="hold" grpId="0" nodeType="withEffect" nodePh="1">
                                  <p:stCondLst>
                                    <p:cond delay="0"/>
                                  </p:stCondLst>
                                  <p:endCondLst>
                                    <p:cond evt="begin" delay="0">
                                      <p:tn val="8"/>
                                    </p:cond>
                                  </p:endCondLst>
                                  <p:childTnLst>
                                    <p:set>
                                      <p:cBhvr>
                                        <p:cTn id="9" dur="1" fill="hold">
                                          <p:stCondLst>
                                            <p:cond delay="0"/>
                                          </p:stCondLst>
                                        </p:cTn>
                                        <p:tgtEl>
                                          <p:spTgt spid="15"/>
                                        </p:tgtEl>
                                        <p:attrNameLst>
                                          <p:attrName>style.visibility</p:attrName>
                                        </p:attrNameLst>
                                      </p:cBhvr>
                                      <p:to>
                                        <p:strVal val="visible"/>
                                      </p:to>
                                    </p:set>
                                    <p:anim calcmode="lin" valueType="num">
                                      <p:cBhvr additive="base">
                                        <p:cTn id="10" dur="500" fill="hold"/>
                                        <p:tgtEl>
                                          <p:spTgt spid="15"/>
                                        </p:tgtEl>
                                        <p:attrNameLst>
                                          <p:attrName>ppt_x</p:attrName>
                                        </p:attrNameLst>
                                      </p:cBhvr>
                                      <p:tavLst>
                                        <p:tav tm="0">
                                          <p:val>
                                            <p:strVal val="#ppt_x"/>
                                          </p:val>
                                        </p:tav>
                                        <p:tav tm="100000">
                                          <p:val>
                                            <p:strVal val="#ppt_x"/>
                                          </p:val>
                                        </p:tav>
                                      </p:tavLst>
                                    </p:anim>
                                    <p:anim calcmode="lin" valueType="num">
                                      <p:cBhvr additive="base">
                                        <p:cTn id="1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1000"/>
                                        <p:tgtEl>
                                          <p:spTgt spid="9"/>
                                        </p:tgtEl>
                                      </p:cBhvr>
                                    </p:animEffect>
                                    <p:anim calcmode="lin" valueType="num">
                                      <p:cBhvr>
                                        <p:cTn id="17" dur="1000" fill="hold"/>
                                        <p:tgtEl>
                                          <p:spTgt spid="9"/>
                                        </p:tgtEl>
                                        <p:attrNameLst>
                                          <p:attrName>ppt_x</p:attrName>
                                        </p:attrNameLst>
                                      </p:cBhvr>
                                      <p:tavLst>
                                        <p:tav tm="0">
                                          <p:val>
                                            <p:strVal val="#ppt_x"/>
                                          </p:val>
                                        </p:tav>
                                        <p:tav tm="100000">
                                          <p:val>
                                            <p:strVal val="#ppt_x"/>
                                          </p:val>
                                        </p:tav>
                                      </p:tavLst>
                                    </p:anim>
                                    <p:anim calcmode="lin" valueType="num">
                                      <p:cBhvr>
                                        <p:cTn id="1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5"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2"/>
          <a:stretch>
            <a:fillRect/>
          </a:stretch>
        </p:blipFill>
        <p:spPr>
          <a:xfrm rot="19350958">
            <a:off x="9100643" y="4778279"/>
            <a:ext cx="4691557" cy="6270894"/>
          </a:xfrm>
          <a:prstGeom prst="rect">
            <a:avLst/>
          </a:prstGeom>
        </p:spPr>
      </p:pic>
      <p:sp>
        <p:nvSpPr>
          <p:cNvPr id="17" name="Google Shape;2021;p86"/>
          <p:cNvSpPr/>
          <p:nvPr/>
        </p:nvSpPr>
        <p:spPr>
          <a:xfrm rot="19800000" flipH="1">
            <a:off x="-420162" y="-366149"/>
            <a:ext cx="1670321" cy="2233348"/>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rgbClr val="A4A3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321;p54"/>
          <p:cNvSpPr txBox="1">
            <a:spLocks/>
          </p:cNvSpPr>
          <p:nvPr/>
        </p:nvSpPr>
        <p:spPr>
          <a:xfrm>
            <a:off x="3972641" y="489330"/>
            <a:ext cx="5432851" cy="669983"/>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Clr>
                <a:schemeClr val="dk1"/>
              </a:buClr>
              <a:buSzPts val="1100"/>
              <a:buFont typeface="Arial"/>
              <a:buNone/>
            </a:pPr>
            <a:r>
              <a:rPr lang="en-US" sz="4000" b="1" u="sng" dirty="0">
                <a:solidFill>
                  <a:srgbClr val="293242"/>
                </a:solidFill>
                <a:latin typeface="Roboto" panose="02000000000000000000" pitchFamily="2" charset="0"/>
                <a:ea typeface="Roboto" panose="02000000000000000000" pitchFamily="2" charset="0"/>
              </a:rPr>
              <a:t>Conclusion</a:t>
            </a:r>
          </a:p>
        </p:txBody>
      </p:sp>
      <p:sp>
        <p:nvSpPr>
          <p:cNvPr id="10" name="Rectangle 9"/>
          <p:cNvSpPr/>
          <p:nvPr/>
        </p:nvSpPr>
        <p:spPr>
          <a:xfrm>
            <a:off x="2230551" y="1851088"/>
            <a:ext cx="7922415" cy="3252172"/>
          </a:xfrm>
          <a:prstGeom prst="rect">
            <a:avLst/>
          </a:prstGeom>
        </p:spPr>
        <p:txBody>
          <a:bodyPr wrap="square">
            <a:spAutoFit/>
          </a:bodyPr>
          <a:lstStyle/>
          <a:p>
            <a:pPr algn="just">
              <a:lnSpc>
                <a:spcPct val="150000"/>
              </a:lnSpc>
            </a:pPr>
            <a:r>
              <a:rPr lang="en-US" sz="2800" dirty="0">
                <a:latin typeface="Roboto" panose="02000000000000000000" pitchFamily="2" charset="0"/>
                <a:ea typeface="Roboto" panose="02000000000000000000" pitchFamily="2" charset="0"/>
              </a:rPr>
              <a:t>This Project is minimizing the task of parking a vehicle by paying and saying some details about customer and vehicle to save data .In this the vehicle is parked as a safe and secure. This project is done as Efficient as possible.</a:t>
            </a:r>
            <a:endParaRPr lang="en-US" sz="2800" dirty="0">
              <a:solidFill>
                <a:srgbClr val="293242"/>
              </a:solidFill>
              <a:latin typeface="Roboto" panose="02000000000000000000" pitchFamily="2" charset="0"/>
              <a:ea typeface="Roboto" panose="02000000000000000000" pitchFamily="2" charset="0"/>
            </a:endParaRPr>
          </a:p>
        </p:txBody>
      </p:sp>
      <p:sp>
        <p:nvSpPr>
          <p:cNvPr id="11" name="Google Shape;2021;p86"/>
          <p:cNvSpPr/>
          <p:nvPr/>
        </p:nvSpPr>
        <p:spPr>
          <a:xfrm rot="1800000" flipH="1">
            <a:off x="-586591" y="2601937"/>
            <a:ext cx="1670321" cy="2233348"/>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rgbClr val="B3A1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021;p86"/>
          <p:cNvSpPr/>
          <p:nvPr/>
        </p:nvSpPr>
        <p:spPr>
          <a:xfrm rot="-1379372" flipH="1">
            <a:off x="-756479" y="1093577"/>
            <a:ext cx="2277610" cy="2561546"/>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noFill/>
          <a:ln w="28575">
            <a:solidFill>
              <a:srgbClr val="29324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021;p86"/>
          <p:cNvSpPr/>
          <p:nvPr/>
        </p:nvSpPr>
        <p:spPr>
          <a:xfrm rot="900000" flipH="1">
            <a:off x="-731340" y="1310329"/>
            <a:ext cx="2183683" cy="1918340"/>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noFill/>
          <a:ln w="28575">
            <a:solidFill>
              <a:srgbClr val="29324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9" name="Picture 6"/>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a:off x="11094480" y="-772199"/>
            <a:ext cx="1653401" cy="4114800"/>
          </a:xfrm>
          <a:prstGeom prst="rect">
            <a:avLst/>
          </a:prstGeom>
        </p:spPr>
      </p:pic>
    </p:spTree>
    <p:extLst>
      <p:ext uri="{BB962C8B-B14F-4D97-AF65-F5344CB8AC3E}">
        <p14:creationId xmlns:p14="http://schemas.microsoft.com/office/powerpoint/2010/main" val="263537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1000"/>
                                        <p:tgtEl>
                                          <p:spTgt spid="10"/>
                                        </p:tgtEl>
                                      </p:cBhvr>
                                    </p:animEffect>
                                    <p:anim calcmode="lin" valueType="num">
                                      <p:cBhvr>
                                        <p:cTn id="14" dur="1000" fill="hold"/>
                                        <p:tgtEl>
                                          <p:spTgt spid="10"/>
                                        </p:tgtEl>
                                        <p:attrNameLst>
                                          <p:attrName>ppt_x</p:attrName>
                                        </p:attrNameLst>
                                      </p:cBhvr>
                                      <p:tavLst>
                                        <p:tav tm="0">
                                          <p:val>
                                            <p:strVal val="#ppt_x"/>
                                          </p:val>
                                        </p:tav>
                                        <p:tav tm="100000">
                                          <p:val>
                                            <p:strVal val="#ppt_x"/>
                                          </p:val>
                                        </p:tav>
                                      </p:tavLst>
                                    </p:anim>
                                    <p:anim calcmode="lin" valueType="num">
                                      <p:cBhvr>
                                        <p:cTn id="1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rot="16200000">
            <a:off x="2611632" y="657207"/>
            <a:ext cx="5307458" cy="7094128"/>
          </a:xfrm>
          <a:prstGeom prst="rect">
            <a:avLst/>
          </a:prstGeom>
        </p:spPr>
      </p:pic>
      <p:sp>
        <p:nvSpPr>
          <p:cNvPr id="12" name="Freeform 11"/>
          <p:cNvSpPr/>
          <p:nvPr/>
        </p:nvSpPr>
        <p:spPr>
          <a:xfrm rot="18870615">
            <a:off x="6712588" y="-130585"/>
            <a:ext cx="5061999" cy="4363516"/>
          </a:xfrm>
          <a:custGeom>
            <a:avLst/>
            <a:gdLst>
              <a:gd name="connsiteX0" fmla="*/ 1127167 w 4572221"/>
              <a:gd name="connsiteY0" fmla="*/ 1346496 h 3911183"/>
              <a:gd name="connsiteX1" fmla="*/ 1698667 w 4572221"/>
              <a:gd name="connsiteY1" fmla="*/ 622596 h 3911183"/>
              <a:gd name="connsiteX2" fmla="*/ 2174917 w 4572221"/>
              <a:gd name="connsiteY2" fmla="*/ 12996 h 3911183"/>
              <a:gd name="connsiteX3" fmla="*/ 3175042 w 4572221"/>
              <a:gd name="connsiteY3" fmla="*/ 1213146 h 3911183"/>
              <a:gd name="connsiteX4" fmla="*/ 3470317 w 4572221"/>
              <a:gd name="connsiteY4" fmla="*/ 2137071 h 3911183"/>
              <a:gd name="connsiteX5" fmla="*/ 4546642 w 4572221"/>
              <a:gd name="connsiteY5" fmla="*/ 3518196 h 3911183"/>
              <a:gd name="connsiteX6" fmla="*/ 2260642 w 4572221"/>
              <a:gd name="connsiteY6" fmla="*/ 3861096 h 3911183"/>
              <a:gd name="connsiteX7" fmla="*/ 1527217 w 4572221"/>
              <a:gd name="connsiteY7" fmla="*/ 2622846 h 3911183"/>
              <a:gd name="connsiteX8" fmla="*/ 117517 w 4572221"/>
              <a:gd name="connsiteY8" fmla="*/ 2270421 h 3911183"/>
              <a:gd name="connsiteX9" fmla="*/ 193717 w 4572221"/>
              <a:gd name="connsiteY9" fmla="*/ 1422696 h 3911183"/>
              <a:gd name="connsiteX10" fmla="*/ 1127167 w 4572221"/>
              <a:gd name="connsiteY10" fmla="*/ 1346496 h 3911183"/>
              <a:gd name="connsiteX0" fmla="*/ 1607147 w 4595001"/>
              <a:gd name="connsiteY0" fmla="*/ 1260463 h 3910875"/>
              <a:gd name="connsiteX1" fmla="*/ 1721447 w 4595001"/>
              <a:gd name="connsiteY1" fmla="*/ 622288 h 3910875"/>
              <a:gd name="connsiteX2" fmla="*/ 2197697 w 4595001"/>
              <a:gd name="connsiteY2" fmla="*/ 12688 h 3910875"/>
              <a:gd name="connsiteX3" fmla="*/ 3197822 w 4595001"/>
              <a:gd name="connsiteY3" fmla="*/ 1212838 h 3910875"/>
              <a:gd name="connsiteX4" fmla="*/ 3493097 w 4595001"/>
              <a:gd name="connsiteY4" fmla="*/ 2136763 h 3910875"/>
              <a:gd name="connsiteX5" fmla="*/ 4569422 w 4595001"/>
              <a:gd name="connsiteY5" fmla="*/ 3517888 h 3910875"/>
              <a:gd name="connsiteX6" fmla="*/ 2283422 w 4595001"/>
              <a:gd name="connsiteY6" fmla="*/ 3860788 h 3910875"/>
              <a:gd name="connsiteX7" fmla="*/ 1549997 w 4595001"/>
              <a:gd name="connsiteY7" fmla="*/ 2622538 h 3910875"/>
              <a:gd name="connsiteX8" fmla="*/ 140297 w 4595001"/>
              <a:gd name="connsiteY8" fmla="*/ 2270113 h 3910875"/>
              <a:gd name="connsiteX9" fmla="*/ 216497 w 4595001"/>
              <a:gd name="connsiteY9" fmla="*/ 1422388 h 3910875"/>
              <a:gd name="connsiteX10" fmla="*/ 1607147 w 4595001"/>
              <a:gd name="connsiteY10" fmla="*/ 1260463 h 3910875"/>
              <a:gd name="connsiteX0" fmla="*/ 1657308 w 4597537"/>
              <a:gd name="connsiteY0" fmla="*/ 1040657 h 3910144"/>
              <a:gd name="connsiteX1" fmla="*/ 1723983 w 4597537"/>
              <a:gd name="connsiteY1" fmla="*/ 621557 h 3910144"/>
              <a:gd name="connsiteX2" fmla="*/ 2200233 w 4597537"/>
              <a:gd name="connsiteY2" fmla="*/ 11957 h 3910144"/>
              <a:gd name="connsiteX3" fmla="*/ 3200358 w 4597537"/>
              <a:gd name="connsiteY3" fmla="*/ 1212107 h 3910144"/>
              <a:gd name="connsiteX4" fmla="*/ 3495633 w 4597537"/>
              <a:gd name="connsiteY4" fmla="*/ 2136032 h 3910144"/>
              <a:gd name="connsiteX5" fmla="*/ 4571958 w 4597537"/>
              <a:gd name="connsiteY5" fmla="*/ 3517157 h 3910144"/>
              <a:gd name="connsiteX6" fmla="*/ 2285958 w 4597537"/>
              <a:gd name="connsiteY6" fmla="*/ 3860057 h 3910144"/>
              <a:gd name="connsiteX7" fmla="*/ 1552533 w 4597537"/>
              <a:gd name="connsiteY7" fmla="*/ 2621807 h 3910144"/>
              <a:gd name="connsiteX8" fmla="*/ 142833 w 4597537"/>
              <a:gd name="connsiteY8" fmla="*/ 2269382 h 3910144"/>
              <a:gd name="connsiteX9" fmla="*/ 219033 w 4597537"/>
              <a:gd name="connsiteY9" fmla="*/ 1421657 h 3910144"/>
              <a:gd name="connsiteX10" fmla="*/ 1657308 w 4597537"/>
              <a:gd name="connsiteY10" fmla="*/ 1040657 h 3910144"/>
              <a:gd name="connsiteX0" fmla="*/ 1657308 w 4597537"/>
              <a:gd name="connsiteY0" fmla="*/ 1050027 h 3919514"/>
              <a:gd name="connsiteX1" fmla="*/ 1723983 w 4597537"/>
              <a:gd name="connsiteY1" fmla="*/ 630927 h 3919514"/>
              <a:gd name="connsiteX2" fmla="*/ 2571708 w 4597537"/>
              <a:gd name="connsiteY2" fmla="*/ 11802 h 3919514"/>
              <a:gd name="connsiteX3" fmla="*/ 3200358 w 4597537"/>
              <a:gd name="connsiteY3" fmla="*/ 1221477 h 3919514"/>
              <a:gd name="connsiteX4" fmla="*/ 3495633 w 4597537"/>
              <a:gd name="connsiteY4" fmla="*/ 2145402 h 3919514"/>
              <a:gd name="connsiteX5" fmla="*/ 4571958 w 4597537"/>
              <a:gd name="connsiteY5" fmla="*/ 3526527 h 3919514"/>
              <a:gd name="connsiteX6" fmla="*/ 2285958 w 4597537"/>
              <a:gd name="connsiteY6" fmla="*/ 3869427 h 3919514"/>
              <a:gd name="connsiteX7" fmla="*/ 1552533 w 4597537"/>
              <a:gd name="connsiteY7" fmla="*/ 2631177 h 3919514"/>
              <a:gd name="connsiteX8" fmla="*/ 142833 w 4597537"/>
              <a:gd name="connsiteY8" fmla="*/ 2278752 h 3919514"/>
              <a:gd name="connsiteX9" fmla="*/ 219033 w 4597537"/>
              <a:gd name="connsiteY9" fmla="*/ 1431027 h 3919514"/>
              <a:gd name="connsiteX10" fmla="*/ 1657308 w 4597537"/>
              <a:gd name="connsiteY10" fmla="*/ 1050027 h 3919514"/>
              <a:gd name="connsiteX0" fmla="*/ 1657308 w 4597537"/>
              <a:gd name="connsiteY0" fmla="*/ 1091706 h 3961193"/>
              <a:gd name="connsiteX1" fmla="*/ 1781133 w 4597537"/>
              <a:gd name="connsiteY1" fmla="*/ 301131 h 3961193"/>
              <a:gd name="connsiteX2" fmla="*/ 2571708 w 4597537"/>
              <a:gd name="connsiteY2" fmla="*/ 53481 h 3961193"/>
              <a:gd name="connsiteX3" fmla="*/ 3200358 w 4597537"/>
              <a:gd name="connsiteY3" fmla="*/ 1263156 h 3961193"/>
              <a:gd name="connsiteX4" fmla="*/ 3495633 w 4597537"/>
              <a:gd name="connsiteY4" fmla="*/ 2187081 h 3961193"/>
              <a:gd name="connsiteX5" fmla="*/ 4571958 w 4597537"/>
              <a:gd name="connsiteY5" fmla="*/ 3568206 h 3961193"/>
              <a:gd name="connsiteX6" fmla="*/ 2285958 w 4597537"/>
              <a:gd name="connsiteY6" fmla="*/ 3911106 h 3961193"/>
              <a:gd name="connsiteX7" fmla="*/ 1552533 w 4597537"/>
              <a:gd name="connsiteY7" fmla="*/ 2672856 h 3961193"/>
              <a:gd name="connsiteX8" fmla="*/ 142833 w 4597537"/>
              <a:gd name="connsiteY8" fmla="*/ 2320431 h 3961193"/>
              <a:gd name="connsiteX9" fmla="*/ 219033 w 4597537"/>
              <a:gd name="connsiteY9" fmla="*/ 1472706 h 3961193"/>
              <a:gd name="connsiteX10" fmla="*/ 1657308 w 4597537"/>
              <a:gd name="connsiteY10" fmla="*/ 1091706 h 3961193"/>
              <a:gd name="connsiteX0" fmla="*/ 1657308 w 4597636"/>
              <a:gd name="connsiteY0" fmla="*/ 1058507 h 3927994"/>
              <a:gd name="connsiteX1" fmla="*/ 1781133 w 4597636"/>
              <a:gd name="connsiteY1" fmla="*/ 267932 h 3927994"/>
              <a:gd name="connsiteX2" fmla="*/ 2571708 w 4597636"/>
              <a:gd name="connsiteY2" fmla="*/ 20282 h 3927994"/>
              <a:gd name="connsiteX3" fmla="*/ 3171783 w 4597636"/>
              <a:gd name="connsiteY3" fmla="*/ 725132 h 3927994"/>
              <a:gd name="connsiteX4" fmla="*/ 3495633 w 4597636"/>
              <a:gd name="connsiteY4" fmla="*/ 2153882 h 3927994"/>
              <a:gd name="connsiteX5" fmla="*/ 4571958 w 4597636"/>
              <a:gd name="connsiteY5" fmla="*/ 3535007 h 3927994"/>
              <a:gd name="connsiteX6" fmla="*/ 2285958 w 4597636"/>
              <a:gd name="connsiteY6" fmla="*/ 3877907 h 3927994"/>
              <a:gd name="connsiteX7" fmla="*/ 1552533 w 4597636"/>
              <a:gd name="connsiteY7" fmla="*/ 2639657 h 3927994"/>
              <a:gd name="connsiteX8" fmla="*/ 142833 w 4597636"/>
              <a:gd name="connsiteY8" fmla="*/ 2287232 h 3927994"/>
              <a:gd name="connsiteX9" fmla="*/ 219033 w 4597636"/>
              <a:gd name="connsiteY9" fmla="*/ 1439507 h 3927994"/>
              <a:gd name="connsiteX10" fmla="*/ 1657308 w 4597636"/>
              <a:gd name="connsiteY10" fmla="*/ 1058507 h 3927994"/>
              <a:gd name="connsiteX0" fmla="*/ 1657308 w 3688229"/>
              <a:gd name="connsiteY0" fmla="*/ 1058507 h 3887291"/>
              <a:gd name="connsiteX1" fmla="*/ 1781133 w 3688229"/>
              <a:gd name="connsiteY1" fmla="*/ 267932 h 3887291"/>
              <a:gd name="connsiteX2" fmla="*/ 2571708 w 3688229"/>
              <a:gd name="connsiteY2" fmla="*/ 20282 h 3887291"/>
              <a:gd name="connsiteX3" fmla="*/ 3171783 w 3688229"/>
              <a:gd name="connsiteY3" fmla="*/ 725132 h 3887291"/>
              <a:gd name="connsiteX4" fmla="*/ 3495633 w 3688229"/>
              <a:gd name="connsiteY4" fmla="*/ 2153882 h 3887291"/>
              <a:gd name="connsiteX5" fmla="*/ 3609933 w 3688229"/>
              <a:gd name="connsiteY5" fmla="*/ 3154007 h 3887291"/>
              <a:gd name="connsiteX6" fmla="*/ 2285958 w 3688229"/>
              <a:gd name="connsiteY6" fmla="*/ 3877907 h 3887291"/>
              <a:gd name="connsiteX7" fmla="*/ 1552533 w 3688229"/>
              <a:gd name="connsiteY7" fmla="*/ 2639657 h 3887291"/>
              <a:gd name="connsiteX8" fmla="*/ 142833 w 3688229"/>
              <a:gd name="connsiteY8" fmla="*/ 2287232 h 3887291"/>
              <a:gd name="connsiteX9" fmla="*/ 219033 w 3688229"/>
              <a:gd name="connsiteY9" fmla="*/ 1439507 h 3887291"/>
              <a:gd name="connsiteX10" fmla="*/ 1657308 w 3688229"/>
              <a:gd name="connsiteY10" fmla="*/ 1058507 h 3887291"/>
              <a:gd name="connsiteX0" fmla="*/ 1657308 w 3830182"/>
              <a:gd name="connsiteY0" fmla="*/ 1058507 h 3887753"/>
              <a:gd name="connsiteX1" fmla="*/ 1781133 w 3830182"/>
              <a:gd name="connsiteY1" fmla="*/ 267932 h 3887753"/>
              <a:gd name="connsiteX2" fmla="*/ 2571708 w 3830182"/>
              <a:gd name="connsiteY2" fmla="*/ 20282 h 3887753"/>
              <a:gd name="connsiteX3" fmla="*/ 3171783 w 3830182"/>
              <a:gd name="connsiteY3" fmla="*/ 725132 h 3887753"/>
              <a:gd name="connsiteX4" fmla="*/ 3495633 w 3830182"/>
              <a:gd name="connsiteY4" fmla="*/ 2153882 h 3887753"/>
              <a:gd name="connsiteX5" fmla="*/ 3771858 w 3830182"/>
              <a:gd name="connsiteY5" fmla="*/ 3163532 h 3887753"/>
              <a:gd name="connsiteX6" fmla="*/ 2285958 w 3830182"/>
              <a:gd name="connsiteY6" fmla="*/ 3877907 h 3887753"/>
              <a:gd name="connsiteX7" fmla="*/ 1552533 w 3830182"/>
              <a:gd name="connsiteY7" fmla="*/ 2639657 h 3887753"/>
              <a:gd name="connsiteX8" fmla="*/ 142833 w 3830182"/>
              <a:gd name="connsiteY8" fmla="*/ 2287232 h 3887753"/>
              <a:gd name="connsiteX9" fmla="*/ 219033 w 3830182"/>
              <a:gd name="connsiteY9" fmla="*/ 1439507 h 3887753"/>
              <a:gd name="connsiteX10" fmla="*/ 1657308 w 3830182"/>
              <a:gd name="connsiteY10" fmla="*/ 1058507 h 3887753"/>
              <a:gd name="connsiteX0" fmla="*/ 1657308 w 3831418"/>
              <a:gd name="connsiteY0" fmla="*/ 1058507 h 3373663"/>
              <a:gd name="connsiteX1" fmla="*/ 1781133 w 3831418"/>
              <a:gd name="connsiteY1" fmla="*/ 267932 h 3373663"/>
              <a:gd name="connsiteX2" fmla="*/ 2571708 w 3831418"/>
              <a:gd name="connsiteY2" fmla="*/ 20282 h 3373663"/>
              <a:gd name="connsiteX3" fmla="*/ 3171783 w 3831418"/>
              <a:gd name="connsiteY3" fmla="*/ 725132 h 3373663"/>
              <a:gd name="connsiteX4" fmla="*/ 3495633 w 3831418"/>
              <a:gd name="connsiteY4" fmla="*/ 2153882 h 3373663"/>
              <a:gd name="connsiteX5" fmla="*/ 3771858 w 3831418"/>
              <a:gd name="connsiteY5" fmla="*/ 3163532 h 3373663"/>
              <a:gd name="connsiteX6" fmla="*/ 2266908 w 3831418"/>
              <a:gd name="connsiteY6" fmla="*/ 3334982 h 3373663"/>
              <a:gd name="connsiteX7" fmla="*/ 1552533 w 3831418"/>
              <a:gd name="connsiteY7" fmla="*/ 2639657 h 3373663"/>
              <a:gd name="connsiteX8" fmla="*/ 142833 w 3831418"/>
              <a:gd name="connsiteY8" fmla="*/ 2287232 h 3373663"/>
              <a:gd name="connsiteX9" fmla="*/ 219033 w 3831418"/>
              <a:gd name="connsiteY9" fmla="*/ 1439507 h 3373663"/>
              <a:gd name="connsiteX10" fmla="*/ 1657308 w 3831418"/>
              <a:gd name="connsiteY10" fmla="*/ 1058507 h 3373663"/>
              <a:gd name="connsiteX0" fmla="*/ 1657308 w 3805240"/>
              <a:gd name="connsiteY0" fmla="*/ 1058507 h 3654625"/>
              <a:gd name="connsiteX1" fmla="*/ 1781133 w 3805240"/>
              <a:gd name="connsiteY1" fmla="*/ 267932 h 3654625"/>
              <a:gd name="connsiteX2" fmla="*/ 2571708 w 3805240"/>
              <a:gd name="connsiteY2" fmla="*/ 20282 h 3654625"/>
              <a:gd name="connsiteX3" fmla="*/ 3171783 w 3805240"/>
              <a:gd name="connsiteY3" fmla="*/ 725132 h 3654625"/>
              <a:gd name="connsiteX4" fmla="*/ 3495633 w 3805240"/>
              <a:gd name="connsiteY4" fmla="*/ 2153882 h 3654625"/>
              <a:gd name="connsiteX5" fmla="*/ 3771858 w 3805240"/>
              <a:gd name="connsiteY5" fmla="*/ 3163532 h 3654625"/>
              <a:gd name="connsiteX6" fmla="*/ 2686008 w 3805240"/>
              <a:gd name="connsiteY6" fmla="*/ 3639782 h 3654625"/>
              <a:gd name="connsiteX7" fmla="*/ 1552533 w 3805240"/>
              <a:gd name="connsiteY7" fmla="*/ 2639657 h 3654625"/>
              <a:gd name="connsiteX8" fmla="*/ 142833 w 3805240"/>
              <a:gd name="connsiteY8" fmla="*/ 2287232 h 3654625"/>
              <a:gd name="connsiteX9" fmla="*/ 219033 w 3805240"/>
              <a:gd name="connsiteY9" fmla="*/ 1439507 h 3654625"/>
              <a:gd name="connsiteX10" fmla="*/ 1657308 w 3805240"/>
              <a:gd name="connsiteY10" fmla="*/ 1058507 h 3654625"/>
              <a:gd name="connsiteX0" fmla="*/ 1657308 w 3805240"/>
              <a:gd name="connsiteY0" fmla="*/ 1058507 h 3643991"/>
              <a:gd name="connsiteX1" fmla="*/ 1781133 w 3805240"/>
              <a:gd name="connsiteY1" fmla="*/ 267932 h 3643991"/>
              <a:gd name="connsiteX2" fmla="*/ 2571708 w 3805240"/>
              <a:gd name="connsiteY2" fmla="*/ 20282 h 3643991"/>
              <a:gd name="connsiteX3" fmla="*/ 3171783 w 3805240"/>
              <a:gd name="connsiteY3" fmla="*/ 725132 h 3643991"/>
              <a:gd name="connsiteX4" fmla="*/ 3495633 w 3805240"/>
              <a:gd name="connsiteY4" fmla="*/ 2153882 h 3643991"/>
              <a:gd name="connsiteX5" fmla="*/ 3771858 w 3805240"/>
              <a:gd name="connsiteY5" fmla="*/ 3163532 h 3643991"/>
              <a:gd name="connsiteX6" fmla="*/ 2686008 w 3805240"/>
              <a:gd name="connsiteY6" fmla="*/ 3639782 h 3643991"/>
              <a:gd name="connsiteX7" fmla="*/ 1847808 w 3805240"/>
              <a:gd name="connsiteY7" fmla="*/ 2915882 h 3643991"/>
              <a:gd name="connsiteX8" fmla="*/ 142833 w 3805240"/>
              <a:gd name="connsiteY8" fmla="*/ 2287232 h 3643991"/>
              <a:gd name="connsiteX9" fmla="*/ 219033 w 3805240"/>
              <a:gd name="connsiteY9" fmla="*/ 1439507 h 3643991"/>
              <a:gd name="connsiteX10" fmla="*/ 1657308 w 3805240"/>
              <a:gd name="connsiteY10" fmla="*/ 1058507 h 3643991"/>
              <a:gd name="connsiteX0" fmla="*/ 1487674 w 3635606"/>
              <a:gd name="connsiteY0" fmla="*/ 1058507 h 3643991"/>
              <a:gd name="connsiteX1" fmla="*/ 1611499 w 3635606"/>
              <a:gd name="connsiteY1" fmla="*/ 267932 h 3643991"/>
              <a:gd name="connsiteX2" fmla="*/ 2402074 w 3635606"/>
              <a:gd name="connsiteY2" fmla="*/ 20282 h 3643991"/>
              <a:gd name="connsiteX3" fmla="*/ 3002149 w 3635606"/>
              <a:gd name="connsiteY3" fmla="*/ 725132 h 3643991"/>
              <a:gd name="connsiteX4" fmla="*/ 3325999 w 3635606"/>
              <a:gd name="connsiteY4" fmla="*/ 2153882 h 3643991"/>
              <a:gd name="connsiteX5" fmla="*/ 3602224 w 3635606"/>
              <a:gd name="connsiteY5" fmla="*/ 3163532 h 3643991"/>
              <a:gd name="connsiteX6" fmla="*/ 2516374 w 3635606"/>
              <a:gd name="connsiteY6" fmla="*/ 3639782 h 3643991"/>
              <a:gd name="connsiteX7" fmla="*/ 1678174 w 3635606"/>
              <a:gd name="connsiteY7" fmla="*/ 2915882 h 3643991"/>
              <a:gd name="connsiteX8" fmla="*/ 430399 w 3635606"/>
              <a:gd name="connsiteY8" fmla="*/ 2315807 h 3643991"/>
              <a:gd name="connsiteX9" fmla="*/ 49399 w 3635606"/>
              <a:gd name="connsiteY9" fmla="*/ 1439507 h 3643991"/>
              <a:gd name="connsiteX10" fmla="*/ 1487674 w 3635606"/>
              <a:gd name="connsiteY10" fmla="*/ 1058507 h 3643991"/>
              <a:gd name="connsiteX0" fmla="*/ 1453304 w 3601236"/>
              <a:gd name="connsiteY0" fmla="*/ 1058507 h 3643991"/>
              <a:gd name="connsiteX1" fmla="*/ 1577129 w 3601236"/>
              <a:gd name="connsiteY1" fmla="*/ 267932 h 3643991"/>
              <a:gd name="connsiteX2" fmla="*/ 2367704 w 3601236"/>
              <a:gd name="connsiteY2" fmla="*/ 20282 h 3643991"/>
              <a:gd name="connsiteX3" fmla="*/ 2967779 w 3601236"/>
              <a:gd name="connsiteY3" fmla="*/ 725132 h 3643991"/>
              <a:gd name="connsiteX4" fmla="*/ 3291629 w 3601236"/>
              <a:gd name="connsiteY4" fmla="*/ 2153882 h 3643991"/>
              <a:gd name="connsiteX5" fmla="*/ 3567854 w 3601236"/>
              <a:gd name="connsiteY5" fmla="*/ 3163532 h 3643991"/>
              <a:gd name="connsiteX6" fmla="*/ 2482004 w 3601236"/>
              <a:gd name="connsiteY6" fmla="*/ 3639782 h 3643991"/>
              <a:gd name="connsiteX7" fmla="*/ 1643804 w 3601236"/>
              <a:gd name="connsiteY7" fmla="*/ 2915882 h 3643991"/>
              <a:gd name="connsiteX8" fmla="*/ 738929 w 3601236"/>
              <a:gd name="connsiteY8" fmla="*/ 2534882 h 3643991"/>
              <a:gd name="connsiteX9" fmla="*/ 15029 w 3601236"/>
              <a:gd name="connsiteY9" fmla="*/ 1439507 h 3643991"/>
              <a:gd name="connsiteX10" fmla="*/ 1453304 w 3601236"/>
              <a:gd name="connsiteY10" fmla="*/ 1058507 h 3643991"/>
              <a:gd name="connsiteX0" fmla="*/ 1240809 w 3388741"/>
              <a:gd name="connsiteY0" fmla="*/ 1058507 h 3643991"/>
              <a:gd name="connsiteX1" fmla="*/ 1364634 w 3388741"/>
              <a:gd name="connsiteY1" fmla="*/ 267932 h 3643991"/>
              <a:gd name="connsiteX2" fmla="*/ 2155209 w 3388741"/>
              <a:gd name="connsiteY2" fmla="*/ 20282 h 3643991"/>
              <a:gd name="connsiteX3" fmla="*/ 2755284 w 3388741"/>
              <a:gd name="connsiteY3" fmla="*/ 725132 h 3643991"/>
              <a:gd name="connsiteX4" fmla="*/ 3079134 w 3388741"/>
              <a:gd name="connsiteY4" fmla="*/ 2153882 h 3643991"/>
              <a:gd name="connsiteX5" fmla="*/ 3355359 w 3388741"/>
              <a:gd name="connsiteY5" fmla="*/ 3163532 h 3643991"/>
              <a:gd name="connsiteX6" fmla="*/ 2269509 w 3388741"/>
              <a:gd name="connsiteY6" fmla="*/ 3639782 h 3643991"/>
              <a:gd name="connsiteX7" fmla="*/ 1431309 w 3388741"/>
              <a:gd name="connsiteY7" fmla="*/ 2915882 h 3643991"/>
              <a:gd name="connsiteX8" fmla="*/ 526434 w 3388741"/>
              <a:gd name="connsiteY8" fmla="*/ 2534882 h 3643991"/>
              <a:gd name="connsiteX9" fmla="*/ 21609 w 3388741"/>
              <a:gd name="connsiteY9" fmla="*/ 1487132 h 3643991"/>
              <a:gd name="connsiteX10" fmla="*/ 1240809 w 3388741"/>
              <a:gd name="connsiteY10" fmla="*/ 1058507 h 3643991"/>
              <a:gd name="connsiteX0" fmla="*/ 1220853 w 3387835"/>
              <a:gd name="connsiteY0" fmla="*/ 990954 h 3643113"/>
              <a:gd name="connsiteX1" fmla="*/ 1363728 w 3387835"/>
              <a:gd name="connsiteY1" fmla="*/ 267054 h 3643113"/>
              <a:gd name="connsiteX2" fmla="*/ 2154303 w 3387835"/>
              <a:gd name="connsiteY2" fmla="*/ 19404 h 3643113"/>
              <a:gd name="connsiteX3" fmla="*/ 2754378 w 3387835"/>
              <a:gd name="connsiteY3" fmla="*/ 724254 h 3643113"/>
              <a:gd name="connsiteX4" fmla="*/ 3078228 w 3387835"/>
              <a:gd name="connsiteY4" fmla="*/ 2153004 h 3643113"/>
              <a:gd name="connsiteX5" fmla="*/ 3354453 w 3387835"/>
              <a:gd name="connsiteY5" fmla="*/ 3162654 h 3643113"/>
              <a:gd name="connsiteX6" fmla="*/ 2268603 w 3387835"/>
              <a:gd name="connsiteY6" fmla="*/ 3638904 h 3643113"/>
              <a:gd name="connsiteX7" fmla="*/ 1430403 w 3387835"/>
              <a:gd name="connsiteY7" fmla="*/ 2915004 h 3643113"/>
              <a:gd name="connsiteX8" fmla="*/ 525528 w 3387835"/>
              <a:gd name="connsiteY8" fmla="*/ 2534004 h 3643113"/>
              <a:gd name="connsiteX9" fmla="*/ 20703 w 3387835"/>
              <a:gd name="connsiteY9" fmla="*/ 1486254 h 3643113"/>
              <a:gd name="connsiteX10" fmla="*/ 1220853 w 3387835"/>
              <a:gd name="connsiteY10" fmla="*/ 990954 h 3643113"/>
              <a:gd name="connsiteX0" fmla="*/ 1220853 w 3387835"/>
              <a:gd name="connsiteY0" fmla="*/ 998898 h 3651057"/>
              <a:gd name="connsiteX1" fmla="*/ 1373253 w 3387835"/>
              <a:gd name="connsiteY1" fmla="*/ 227373 h 3651057"/>
              <a:gd name="connsiteX2" fmla="*/ 2154303 w 3387835"/>
              <a:gd name="connsiteY2" fmla="*/ 27348 h 3651057"/>
              <a:gd name="connsiteX3" fmla="*/ 2754378 w 3387835"/>
              <a:gd name="connsiteY3" fmla="*/ 732198 h 3651057"/>
              <a:gd name="connsiteX4" fmla="*/ 3078228 w 3387835"/>
              <a:gd name="connsiteY4" fmla="*/ 2160948 h 3651057"/>
              <a:gd name="connsiteX5" fmla="*/ 3354453 w 3387835"/>
              <a:gd name="connsiteY5" fmla="*/ 3170598 h 3651057"/>
              <a:gd name="connsiteX6" fmla="*/ 2268603 w 3387835"/>
              <a:gd name="connsiteY6" fmla="*/ 3646848 h 3651057"/>
              <a:gd name="connsiteX7" fmla="*/ 1430403 w 3387835"/>
              <a:gd name="connsiteY7" fmla="*/ 2922948 h 3651057"/>
              <a:gd name="connsiteX8" fmla="*/ 525528 w 3387835"/>
              <a:gd name="connsiteY8" fmla="*/ 2541948 h 3651057"/>
              <a:gd name="connsiteX9" fmla="*/ 20703 w 3387835"/>
              <a:gd name="connsiteY9" fmla="*/ 1494198 h 3651057"/>
              <a:gd name="connsiteX10" fmla="*/ 1220853 w 3387835"/>
              <a:gd name="connsiteY10" fmla="*/ 998898 h 3651057"/>
              <a:gd name="connsiteX0" fmla="*/ 1193534 w 3360516"/>
              <a:gd name="connsiteY0" fmla="*/ 998898 h 3651057"/>
              <a:gd name="connsiteX1" fmla="*/ 1345934 w 3360516"/>
              <a:gd name="connsiteY1" fmla="*/ 227373 h 3651057"/>
              <a:gd name="connsiteX2" fmla="*/ 2126984 w 3360516"/>
              <a:gd name="connsiteY2" fmla="*/ 27348 h 3651057"/>
              <a:gd name="connsiteX3" fmla="*/ 2727059 w 3360516"/>
              <a:gd name="connsiteY3" fmla="*/ 732198 h 3651057"/>
              <a:gd name="connsiteX4" fmla="*/ 3050909 w 3360516"/>
              <a:gd name="connsiteY4" fmla="*/ 2160948 h 3651057"/>
              <a:gd name="connsiteX5" fmla="*/ 3327134 w 3360516"/>
              <a:gd name="connsiteY5" fmla="*/ 3170598 h 3651057"/>
              <a:gd name="connsiteX6" fmla="*/ 2241284 w 3360516"/>
              <a:gd name="connsiteY6" fmla="*/ 3646848 h 3651057"/>
              <a:gd name="connsiteX7" fmla="*/ 1403084 w 3360516"/>
              <a:gd name="connsiteY7" fmla="*/ 2922948 h 3651057"/>
              <a:gd name="connsiteX8" fmla="*/ 498209 w 3360516"/>
              <a:gd name="connsiteY8" fmla="*/ 2541948 h 3651057"/>
              <a:gd name="connsiteX9" fmla="*/ 21959 w 3360516"/>
              <a:gd name="connsiteY9" fmla="*/ 1532298 h 3651057"/>
              <a:gd name="connsiteX10" fmla="*/ 1193534 w 3360516"/>
              <a:gd name="connsiteY10" fmla="*/ 998898 h 3651057"/>
              <a:gd name="connsiteX0" fmla="*/ 1225225 w 3392207"/>
              <a:gd name="connsiteY0" fmla="*/ 998898 h 3651057"/>
              <a:gd name="connsiteX1" fmla="*/ 1377625 w 3392207"/>
              <a:gd name="connsiteY1" fmla="*/ 227373 h 3651057"/>
              <a:gd name="connsiteX2" fmla="*/ 2158675 w 3392207"/>
              <a:gd name="connsiteY2" fmla="*/ 27348 h 3651057"/>
              <a:gd name="connsiteX3" fmla="*/ 2758750 w 3392207"/>
              <a:gd name="connsiteY3" fmla="*/ 732198 h 3651057"/>
              <a:gd name="connsiteX4" fmla="*/ 3082600 w 3392207"/>
              <a:gd name="connsiteY4" fmla="*/ 2160948 h 3651057"/>
              <a:gd name="connsiteX5" fmla="*/ 3358825 w 3392207"/>
              <a:gd name="connsiteY5" fmla="*/ 3170598 h 3651057"/>
              <a:gd name="connsiteX6" fmla="*/ 2272975 w 3392207"/>
              <a:gd name="connsiteY6" fmla="*/ 3646848 h 3651057"/>
              <a:gd name="connsiteX7" fmla="*/ 1434775 w 3392207"/>
              <a:gd name="connsiteY7" fmla="*/ 2922948 h 3651057"/>
              <a:gd name="connsiteX8" fmla="*/ 529900 w 3392207"/>
              <a:gd name="connsiteY8" fmla="*/ 2541948 h 3651057"/>
              <a:gd name="connsiteX9" fmla="*/ 53650 w 3392207"/>
              <a:gd name="connsiteY9" fmla="*/ 1532298 h 3651057"/>
              <a:gd name="connsiteX10" fmla="*/ 1225225 w 3392207"/>
              <a:gd name="connsiteY10" fmla="*/ 998898 h 3651057"/>
              <a:gd name="connsiteX0" fmla="*/ 1225225 w 3392207"/>
              <a:gd name="connsiteY0" fmla="*/ 998898 h 3651057"/>
              <a:gd name="connsiteX1" fmla="*/ 1377625 w 3392207"/>
              <a:gd name="connsiteY1" fmla="*/ 227373 h 3651057"/>
              <a:gd name="connsiteX2" fmla="*/ 2158675 w 3392207"/>
              <a:gd name="connsiteY2" fmla="*/ 27348 h 3651057"/>
              <a:gd name="connsiteX3" fmla="*/ 2758750 w 3392207"/>
              <a:gd name="connsiteY3" fmla="*/ 732198 h 3651057"/>
              <a:gd name="connsiteX4" fmla="*/ 3082600 w 3392207"/>
              <a:gd name="connsiteY4" fmla="*/ 2160948 h 3651057"/>
              <a:gd name="connsiteX5" fmla="*/ 3358825 w 3392207"/>
              <a:gd name="connsiteY5" fmla="*/ 3170598 h 3651057"/>
              <a:gd name="connsiteX6" fmla="*/ 2272975 w 3392207"/>
              <a:gd name="connsiteY6" fmla="*/ 3646848 h 3651057"/>
              <a:gd name="connsiteX7" fmla="*/ 1434775 w 3392207"/>
              <a:gd name="connsiteY7" fmla="*/ 2922948 h 3651057"/>
              <a:gd name="connsiteX8" fmla="*/ 529900 w 3392207"/>
              <a:gd name="connsiteY8" fmla="*/ 2541948 h 3651057"/>
              <a:gd name="connsiteX9" fmla="*/ 53650 w 3392207"/>
              <a:gd name="connsiteY9" fmla="*/ 1532298 h 3651057"/>
              <a:gd name="connsiteX10" fmla="*/ 1225225 w 3392207"/>
              <a:gd name="connsiteY10" fmla="*/ 998898 h 3651057"/>
              <a:gd name="connsiteX0" fmla="*/ 1225225 w 3392207"/>
              <a:gd name="connsiteY0" fmla="*/ 998898 h 3650503"/>
              <a:gd name="connsiteX1" fmla="*/ 1377625 w 3392207"/>
              <a:gd name="connsiteY1" fmla="*/ 227373 h 3650503"/>
              <a:gd name="connsiteX2" fmla="*/ 2158675 w 3392207"/>
              <a:gd name="connsiteY2" fmla="*/ 27348 h 3650503"/>
              <a:gd name="connsiteX3" fmla="*/ 2758750 w 3392207"/>
              <a:gd name="connsiteY3" fmla="*/ 732198 h 3650503"/>
              <a:gd name="connsiteX4" fmla="*/ 3082600 w 3392207"/>
              <a:gd name="connsiteY4" fmla="*/ 2160948 h 3650503"/>
              <a:gd name="connsiteX5" fmla="*/ 3358825 w 3392207"/>
              <a:gd name="connsiteY5" fmla="*/ 3170598 h 3650503"/>
              <a:gd name="connsiteX6" fmla="*/ 2272975 w 3392207"/>
              <a:gd name="connsiteY6" fmla="*/ 3646848 h 3650503"/>
              <a:gd name="connsiteX7" fmla="*/ 1368100 w 3392207"/>
              <a:gd name="connsiteY7" fmla="*/ 2941998 h 3650503"/>
              <a:gd name="connsiteX8" fmla="*/ 529900 w 3392207"/>
              <a:gd name="connsiteY8" fmla="*/ 2541948 h 3650503"/>
              <a:gd name="connsiteX9" fmla="*/ 53650 w 3392207"/>
              <a:gd name="connsiteY9" fmla="*/ 1532298 h 3650503"/>
              <a:gd name="connsiteX10" fmla="*/ 1225225 w 3392207"/>
              <a:gd name="connsiteY10" fmla="*/ 998898 h 3650503"/>
              <a:gd name="connsiteX0" fmla="*/ 1187895 w 3354877"/>
              <a:gd name="connsiteY0" fmla="*/ 998898 h 3650503"/>
              <a:gd name="connsiteX1" fmla="*/ 1340295 w 3354877"/>
              <a:gd name="connsiteY1" fmla="*/ 227373 h 3650503"/>
              <a:gd name="connsiteX2" fmla="*/ 2121345 w 3354877"/>
              <a:gd name="connsiteY2" fmla="*/ 27348 h 3650503"/>
              <a:gd name="connsiteX3" fmla="*/ 2721420 w 3354877"/>
              <a:gd name="connsiteY3" fmla="*/ 732198 h 3650503"/>
              <a:gd name="connsiteX4" fmla="*/ 3045270 w 3354877"/>
              <a:gd name="connsiteY4" fmla="*/ 2160948 h 3650503"/>
              <a:gd name="connsiteX5" fmla="*/ 3321495 w 3354877"/>
              <a:gd name="connsiteY5" fmla="*/ 3170598 h 3650503"/>
              <a:gd name="connsiteX6" fmla="*/ 2235645 w 3354877"/>
              <a:gd name="connsiteY6" fmla="*/ 3646848 h 3650503"/>
              <a:gd name="connsiteX7" fmla="*/ 1330770 w 3354877"/>
              <a:gd name="connsiteY7" fmla="*/ 2941998 h 3650503"/>
              <a:gd name="connsiteX8" fmla="*/ 559245 w 3354877"/>
              <a:gd name="connsiteY8" fmla="*/ 2408598 h 3650503"/>
              <a:gd name="connsiteX9" fmla="*/ 16320 w 3354877"/>
              <a:gd name="connsiteY9" fmla="*/ 1532298 h 3650503"/>
              <a:gd name="connsiteX10" fmla="*/ 1187895 w 3354877"/>
              <a:gd name="connsiteY10" fmla="*/ 998898 h 3650503"/>
              <a:gd name="connsiteX0" fmla="*/ 1184660 w 3351642"/>
              <a:gd name="connsiteY0" fmla="*/ 998898 h 3650503"/>
              <a:gd name="connsiteX1" fmla="*/ 1337060 w 3351642"/>
              <a:gd name="connsiteY1" fmla="*/ 227373 h 3650503"/>
              <a:gd name="connsiteX2" fmla="*/ 2118110 w 3351642"/>
              <a:gd name="connsiteY2" fmla="*/ 27348 h 3650503"/>
              <a:gd name="connsiteX3" fmla="*/ 2718185 w 3351642"/>
              <a:gd name="connsiteY3" fmla="*/ 732198 h 3650503"/>
              <a:gd name="connsiteX4" fmla="*/ 3042035 w 3351642"/>
              <a:gd name="connsiteY4" fmla="*/ 2160948 h 3650503"/>
              <a:gd name="connsiteX5" fmla="*/ 3318260 w 3351642"/>
              <a:gd name="connsiteY5" fmla="*/ 3170598 h 3650503"/>
              <a:gd name="connsiteX6" fmla="*/ 2232410 w 3351642"/>
              <a:gd name="connsiteY6" fmla="*/ 3646848 h 3650503"/>
              <a:gd name="connsiteX7" fmla="*/ 1327535 w 3351642"/>
              <a:gd name="connsiteY7" fmla="*/ 2941998 h 3650503"/>
              <a:gd name="connsiteX8" fmla="*/ 603635 w 3351642"/>
              <a:gd name="connsiteY8" fmla="*/ 2589573 h 3650503"/>
              <a:gd name="connsiteX9" fmla="*/ 13085 w 3351642"/>
              <a:gd name="connsiteY9" fmla="*/ 1532298 h 3650503"/>
              <a:gd name="connsiteX10" fmla="*/ 1184660 w 3351642"/>
              <a:gd name="connsiteY10" fmla="*/ 998898 h 3650503"/>
              <a:gd name="connsiteX0" fmla="*/ 830300 w 2997282"/>
              <a:gd name="connsiteY0" fmla="*/ 998898 h 3650503"/>
              <a:gd name="connsiteX1" fmla="*/ 982700 w 2997282"/>
              <a:gd name="connsiteY1" fmla="*/ 227373 h 3650503"/>
              <a:gd name="connsiteX2" fmla="*/ 1763750 w 2997282"/>
              <a:gd name="connsiteY2" fmla="*/ 27348 h 3650503"/>
              <a:gd name="connsiteX3" fmla="*/ 2363825 w 2997282"/>
              <a:gd name="connsiteY3" fmla="*/ 732198 h 3650503"/>
              <a:gd name="connsiteX4" fmla="*/ 2687675 w 2997282"/>
              <a:gd name="connsiteY4" fmla="*/ 2160948 h 3650503"/>
              <a:gd name="connsiteX5" fmla="*/ 2963900 w 2997282"/>
              <a:gd name="connsiteY5" fmla="*/ 3170598 h 3650503"/>
              <a:gd name="connsiteX6" fmla="*/ 1878050 w 2997282"/>
              <a:gd name="connsiteY6" fmla="*/ 3646848 h 3650503"/>
              <a:gd name="connsiteX7" fmla="*/ 973175 w 2997282"/>
              <a:gd name="connsiteY7" fmla="*/ 2941998 h 3650503"/>
              <a:gd name="connsiteX8" fmla="*/ 249275 w 2997282"/>
              <a:gd name="connsiteY8" fmla="*/ 2589573 h 3650503"/>
              <a:gd name="connsiteX9" fmla="*/ 39725 w 2997282"/>
              <a:gd name="connsiteY9" fmla="*/ 1713273 h 3650503"/>
              <a:gd name="connsiteX10" fmla="*/ 830300 w 2997282"/>
              <a:gd name="connsiteY10" fmla="*/ 998898 h 3650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97282" h="3650503">
                <a:moveTo>
                  <a:pt x="830300" y="998898"/>
                </a:moveTo>
                <a:cubicBezTo>
                  <a:pt x="987462" y="751248"/>
                  <a:pt x="827125" y="389298"/>
                  <a:pt x="982700" y="227373"/>
                </a:cubicBezTo>
                <a:cubicBezTo>
                  <a:pt x="1138275" y="65448"/>
                  <a:pt x="1533563" y="-56789"/>
                  <a:pt x="1763750" y="27348"/>
                </a:cubicBezTo>
                <a:cubicBezTo>
                  <a:pt x="1993937" y="111485"/>
                  <a:pt x="2209837" y="376598"/>
                  <a:pt x="2363825" y="732198"/>
                </a:cubicBezTo>
                <a:cubicBezTo>
                  <a:pt x="2517813" y="1087798"/>
                  <a:pt x="2587663" y="1754548"/>
                  <a:pt x="2687675" y="2160948"/>
                </a:cubicBezTo>
                <a:cubicBezTo>
                  <a:pt x="2787687" y="2567348"/>
                  <a:pt x="3098837" y="2922948"/>
                  <a:pt x="2963900" y="3170598"/>
                </a:cubicBezTo>
                <a:cubicBezTo>
                  <a:pt x="2828963" y="3418248"/>
                  <a:pt x="2209837" y="3684948"/>
                  <a:pt x="1878050" y="3646848"/>
                </a:cubicBezTo>
                <a:cubicBezTo>
                  <a:pt x="1546263" y="3608748"/>
                  <a:pt x="1244638" y="3118211"/>
                  <a:pt x="973175" y="2941998"/>
                </a:cubicBezTo>
                <a:cubicBezTo>
                  <a:pt x="701713" y="2765786"/>
                  <a:pt x="471525" y="2789598"/>
                  <a:pt x="249275" y="2589573"/>
                </a:cubicBezTo>
                <a:cubicBezTo>
                  <a:pt x="27025" y="2389548"/>
                  <a:pt x="-57112" y="1978385"/>
                  <a:pt x="39725" y="1713273"/>
                </a:cubicBezTo>
                <a:cubicBezTo>
                  <a:pt x="136562" y="1448161"/>
                  <a:pt x="673138" y="1246548"/>
                  <a:pt x="830300" y="998898"/>
                </a:cubicBezTo>
                <a:close/>
              </a:path>
            </a:pathLst>
          </a:custGeom>
          <a:noFill/>
          <a:ln w="28575">
            <a:solidFill>
              <a:srgbClr val="2932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Google Shape;2021;p86"/>
          <p:cNvSpPr/>
          <p:nvPr/>
        </p:nvSpPr>
        <p:spPr>
          <a:xfrm rot="-1379372" flipH="1">
            <a:off x="-155344" y="1706712"/>
            <a:ext cx="2277610" cy="2561546"/>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solidFill>
            <a:srgbClr val="9DA2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2021;p86"/>
          <p:cNvSpPr/>
          <p:nvPr/>
        </p:nvSpPr>
        <p:spPr>
          <a:xfrm rot="-1379372" flipH="1">
            <a:off x="-209794" y="600602"/>
            <a:ext cx="2277610" cy="2561546"/>
          </a:xfrm>
          <a:custGeom>
            <a:avLst/>
            <a:gdLst/>
            <a:ahLst/>
            <a:cxnLst/>
            <a:rect l="l" t="t" r="r" b="b"/>
            <a:pathLst>
              <a:path w="17277" h="22564" extrusionOk="0">
                <a:moveTo>
                  <a:pt x="9074" y="0"/>
                </a:moveTo>
                <a:cubicBezTo>
                  <a:pt x="8555" y="0"/>
                  <a:pt x="8010" y="60"/>
                  <a:pt x="7441" y="188"/>
                </a:cubicBezTo>
                <a:cubicBezTo>
                  <a:pt x="2543" y="1285"/>
                  <a:pt x="1" y="6692"/>
                  <a:pt x="54" y="12607"/>
                </a:cubicBezTo>
                <a:cubicBezTo>
                  <a:pt x="134" y="18683"/>
                  <a:pt x="3989" y="22189"/>
                  <a:pt x="8592" y="22564"/>
                </a:cubicBezTo>
                <a:cubicBezTo>
                  <a:pt x="14641" y="22082"/>
                  <a:pt x="16354" y="18388"/>
                  <a:pt x="16836" y="12312"/>
                </a:cubicBezTo>
                <a:cubicBezTo>
                  <a:pt x="17276" y="6737"/>
                  <a:pt x="14567" y="0"/>
                  <a:pt x="9074" y="0"/>
                </a:cubicBezTo>
                <a:close/>
              </a:path>
            </a:pathLst>
          </a:custGeom>
          <a:noFill/>
          <a:ln w="28575">
            <a:solidFill>
              <a:srgbClr val="293242"/>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Freeform 4"/>
          <p:cNvSpPr/>
          <p:nvPr/>
        </p:nvSpPr>
        <p:spPr>
          <a:xfrm rot="10800000">
            <a:off x="2752724" y="1295400"/>
            <a:ext cx="6374352" cy="5047843"/>
          </a:xfrm>
          <a:custGeom>
            <a:avLst/>
            <a:gdLst>
              <a:gd name="connsiteX0" fmla="*/ 1559855 w 5738303"/>
              <a:gd name="connsiteY0" fmla="*/ 927698 h 4209236"/>
              <a:gd name="connsiteX1" fmla="*/ 2121830 w 5738303"/>
              <a:gd name="connsiteY1" fmla="*/ 3773 h 4209236"/>
              <a:gd name="connsiteX2" fmla="*/ 3617255 w 5738303"/>
              <a:gd name="connsiteY2" fmla="*/ 1280123 h 4209236"/>
              <a:gd name="connsiteX3" fmla="*/ 5693705 w 5738303"/>
              <a:gd name="connsiteY3" fmla="*/ 2394548 h 4209236"/>
              <a:gd name="connsiteX4" fmla="*/ 4817405 w 5738303"/>
              <a:gd name="connsiteY4" fmla="*/ 4175723 h 4209236"/>
              <a:gd name="connsiteX5" fmla="*/ 2264705 w 5738303"/>
              <a:gd name="connsiteY5" fmla="*/ 3575648 h 4209236"/>
              <a:gd name="connsiteX6" fmla="*/ 102530 w 5738303"/>
              <a:gd name="connsiteY6" fmla="*/ 3785198 h 4209236"/>
              <a:gd name="connsiteX7" fmla="*/ 474005 w 5738303"/>
              <a:gd name="connsiteY7" fmla="*/ 2051648 h 4209236"/>
              <a:gd name="connsiteX8" fmla="*/ 1559855 w 5738303"/>
              <a:gd name="connsiteY8" fmla="*/ 927698 h 420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8303" h="4209236">
                <a:moveTo>
                  <a:pt x="1559855" y="927698"/>
                </a:moveTo>
                <a:cubicBezTo>
                  <a:pt x="1834492" y="586386"/>
                  <a:pt x="1778930" y="-54965"/>
                  <a:pt x="2121830" y="3773"/>
                </a:cubicBezTo>
                <a:cubicBezTo>
                  <a:pt x="2464730" y="62510"/>
                  <a:pt x="3021943" y="881661"/>
                  <a:pt x="3617255" y="1280123"/>
                </a:cubicBezTo>
                <a:cubicBezTo>
                  <a:pt x="4212567" y="1678585"/>
                  <a:pt x="5493680" y="1911948"/>
                  <a:pt x="5693705" y="2394548"/>
                </a:cubicBezTo>
                <a:cubicBezTo>
                  <a:pt x="5893730" y="2877148"/>
                  <a:pt x="5388905" y="3978873"/>
                  <a:pt x="4817405" y="4175723"/>
                </a:cubicBezTo>
                <a:cubicBezTo>
                  <a:pt x="4245905" y="4372573"/>
                  <a:pt x="3050517" y="3640735"/>
                  <a:pt x="2264705" y="3575648"/>
                </a:cubicBezTo>
                <a:cubicBezTo>
                  <a:pt x="1478893" y="3510561"/>
                  <a:pt x="400980" y="4039198"/>
                  <a:pt x="102530" y="3785198"/>
                </a:cubicBezTo>
                <a:cubicBezTo>
                  <a:pt x="-195920" y="3531198"/>
                  <a:pt x="227942" y="2524723"/>
                  <a:pt x="474005" y="2051648"/>
                </a:cubicBezTo>
                <a:cubicBezTo>
                  <a:pt x="720067" y="1578573"/>
                  <a:pt x="1285218" y="1269010"/>
                  <a:pt x="1559855" y="927698"/>
                </a:cubicBezTo>
                <a:close/>
              </a:path>
            </a:pathLst>
          </a:custGeom>
          <a:solidFill>
            <a:srgbClr val="B3A1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oogle Shape;1321;p54"/>
          <p:cNvSpPr txBox="1">
            <a:spLocks/>
          </p:cNvSpPr>
          <p:nvPr/>
        </p:nvSpPr>
        <p:spPr>
          <a:xfrm>
            <a:off x="3379574" y="2166937"/>
            <a:ext cx="5432851" cy="2524126"/>
          </a:xfrm>
          <a:prstGeom prst="rect">
            <a:avLst/>
          </a:prstGeom>
        </p:spPr>
        <p:txBody>
          <a:bodyPr spcFirstLastPara="1" vert="horz" wrap="square" lIns="91425" tIns="91425" rIns="91425" bIns="91425"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buClr>
                <a:schemeClr val="dk1"/>
              </a:buClr>
              <a:buSzPts val="1100"/>
              <a:buFont typeface="Arial"/>
              <a:buNone/>
            </a:pPr>
            <a:r>
              <a:rPr lang="en-US" sz="7200" b="1" dirty="0">
                <a:solidFill>
                  <a:schemeClr val="bg1"/>
                </a:solidFill>
                <a:latin typeface="Roboto" panose="02000000000000000000" pitchFamily="2" charset="0"/>
                <a:ea typeface="Roboto" panose="02000000000000000000" pitchFamily="2" charset="0"/>
              </a:rPr>
              <a:t>Thank</a:t>
            </a:r>
          </a:p>
          <a:p>
            <a:pPr marL="0" indent="0" algn="ctr">
              <a:spcBef>
                <a:spcPts val="0"/>
              </a:spcBef>
              <a:buClr>
                <a:schemeClr val="dk1"/>
              </a:buClr>
              <a:buSzPts val="1100"/>
              <a:buFont typeface="Arial"/>
              <a:buNone/>
            </a:pPr>
            <a:r>
              <a:rPr lang="en-US" sz="7200" b="1" dirty="0">
                <a:solidFill>
                  <a:schemeClr val="bg1"/>
                </a:solidFill>
                <a:latin typeface="Roboto" panose="02000000000000000000" pitchFamily="2" charset="0"/>
                <a:ea typeface="Roboto" panose="02000000000000000000" pitchFamily="2" charset="0"/>
              </a:rPr>
              <a:t>YOU.</a:t>
            </a:r>
          </a:p>
        </p:txBody>
      </p:sp>
      <p:sp>
        <p:nvSpPr>
          <p:cNvPr id="7" name="Freeform 6"/>
          <p:cNvSpPr/>
          <p:nvPr/>
        </p:nvSpPr>
        <p:spPr>
          <a:xfrm rot="10800000">
            <a:off x="2590473" y="1460500"/>
            <a:ext cx="6374352" cy="5047843"/>
          </a:xfrm>
          <a:custGeom>
            <a:avLst/>
            <a:gdLst>
              <a:gd name="connsiteX0" fmla="*/ 1559855 w 5738303"/>
              <a:gd name="connsiteY0" fmla="*/ 927698 h 4209236"/>
              <a:gd name="connsiteX1" fmla="*/ 2121830 w 5738303"/>
              <a:gd name="connsiteY1" fmla="*/ 3773 h 4209236"/>
              <a:gd name="connsiteX2" fmla="*/ 3617255 w 5738303"/>
              <a:gd name="connsiteY2" fmla="*/ 1280123 h 4209236"/>
              <a:gd name="connsiteX3" fmla="*/ 5693705 w 5738303"/>
              <a:gd name="connsiteY3" fmla="*/ 2394548 h 4209236"/>
              <a:gd name="connsiteX4" fmla="*/ 4817405 w 5738303"/>
              <a:gd name="connsiteY4" fmla="*/ 4175723 h 4209236"/>
              <a:gd name="connsiteX5" fmla="*/ 2264705 w 5738303"/>
              <a:gd name="connsiteY5" fmla="*/ 3575648 h 4209236"/>
              <a:gd name="connsiteX6" fmla="*/ 102530 w 5738303"/>
              <a:gd name="connsiteY6" fmla="*/ 3785198 h 4209236"/>
              <a:gd name="connsiteX7" fmla="*/ 474005 w 5738303"/>
              <a:gd name="connsiteY7" fmla="*/ 2051648 h 4209236"/>
              <a:gd name="connsiteX8" fmla="*/ 1559855 w 5738303"/>
              <a:gd name="connsiteY8" fmla="*/ 927698 h 420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38303" h="4209236">
                <a:moveTo>
                  <a:pt x="1559855" y="927698"/>
                </a:moveTo>
                <a:cubicBezTo>
                  <a:pt x="1834492" y="586386"/>
                  <a:pt x="1778930" y="-54965"/>
                  <a:pt x="2121830" y="3773"/>
                </a:cubicBezTo>
                <a:cubicBezTo>
                  <a:pt x="2464730" y="62510"/>
                  <a:pt x="3021943" y="881661"/>
                  <a:pt x="3617255" y="1280123"/>
                </a:cubicBezTo>
                <a:cubicBezTo>
                  <a:pt x="4212567" y="1678585"/>
                  <a:pt x="5493680" y="1911948"/>
                  <a:pt x="5693705" y="2394548"/>
                </a:cubicBezTo>
                <a:cubicBezTo>
                  <a:pt x="5893730" y="2877148"/>
                  <a:pt x="5388905" y="3978873"/>
                  <a:pt x="4817405" y="4175723"/>
                </a:cubicBezTo>
                <a:cubicBezTo>
                  <a:pt x="4245905" y="4372573"/>
                  <a:pt x="3050517" y="3640735"/>
                  <a:pt x="2264705" y="3575648"/>
                </a:cubicBezTo>
                <a:cubicBezTo>
                  <a:pt x="1478893" y="3510561"/>
                  <a:pt x="400980" y="4039198"/>
                  <a:pt x="102530" y="3785198"/>
                </a:cubicBezTo>
                <a:cubicBezTo>
                  <a:pt x="-195920" y="3531198"/>
                  <a:pt x="227942" y="2524723"/>
                  <a:pt x="474005" y="2051648"/>
                </a:cubicBezTo>
                <a:cubicBezTo>
                  <a:pt x="720067" y="1578573"/>
                  <a:pt x="1285218" y="1269010"/>
                  <a:pt x="1559855" y="927698"/>
                </a:cubicBezTo>
                <a:close/>
              </a:path>
            </a:pathLst>
          </a:custGeom>
          <a:noFill/>
          <a:ln w="28575">
            <a:solidFill>
              <a:srgbClr val="2932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4"/>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 xmlns:asvg="http://schemas.microsoft.com/office/drawing/2016/SVG/main" r:embed="rId4"/>
              </a:ext>
            </a:extLst>
          </a:blip>
          <a:srcRect/>
          <a:stretch>
            <a:fillRect/>
          </a:stretch>
        </p:blipFill>
        <p:spPr>
          <a:xfrm rot="10962646">
            <a:off x="8964825" y="3719441"/>
            <a:ext cx="2706352" cy="2706352"/>
          </a:xfrm>
          <a:prstGeom prst="rect">
            <a:avLst/>
          </a:prstGeom>
        </p:spPr>
      </p:pic>
    </p:spTree>
    <p:extLst>
      <p:ext uri="{BB962C8B-B14F-4D97-AF65-F5344CB8AC3E}">
        <p14:creationId xmlns:p14="http://schemas.microsoft.com/office/powerpoint/2010/main" val="1096828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P spid="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1048</TotalTime>
  <Words>515</Words>
  <Application>Microsoft Office PowerPoint</Application>
  <PresentationFormat>Widescreen</PresentationFormat>
  <Paragraphs>169</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Bubbly</vt:lpstr>
      <vt:lpstr>Calibri</vt:lpstr>
      <vt:lpstr>Calibri Light</vt:lpstr>
      <vt:lpstr>Century Gothic</vt:lpstr>
      <vt:lpstr>Roboto</vt:lpstr>
      <vt:lpstr>Office Theme</vt:lpstr>
      <vt:lpstr>PowerPoint Presentation</vt:lpstr>
      <vt:lpstr>VEHICLE PARKING MANAGEMENT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ACER</dc:creator>
  <cp:lastModifiedBy>Md. Juel Rana</cp:lastModifiedBy>
  <cp:revision>156</cp:revision>
  <dcterms:created xsi:type="dcterms:W3CDTF">2022-08-09T08:24:46Z</dcterms:created>
  <dcterms:modified xsi:type="dcterms:W3CDTF">2023-01-01T07:00:15Z</dcterms:modified>
</cp:coreProperties>
</file>